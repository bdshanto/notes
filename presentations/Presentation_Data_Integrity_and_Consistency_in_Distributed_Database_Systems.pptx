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874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8" r:id="rId9"/>
    <p:sldId id="267" r:id="rId10"/>
    <p:sldId id="264" r:id="rId11"/>
    <p:sldId id="265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60" y="1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iBul Islam ShanTo" userId="bb3d2c95a3ec1f31" providerId="LiveId" clId="{8D1983CB-4C3E-4BBB-9CD5-0D5AA9D00875}"/>
    <pc:docChg chg="undo redo custSel addSld delSld modSld sldOrd modMainMaster">
      <pc:chgData name="HasiBul Islam ShanTo" userId="bb3d2c95a3ec1f31" providerId="LiveId" clId="{8D1983CB-4C3E-4BBB-9CD5-0D5AA9D00875}" dt="2025-09-27T09:54:03.060" v="1318" actId="20577"/>
      <pc:docMkLst>
        <pc:docMk/>
      </pc:docMkLst>
      <pc:sldChg chg="addSp delSp modSp new mod setBg">
        <pc:chgData name="HasiBul Islam ShanTo" userId="bb3d2c95a3ec1f31" providerId="LiveId" clId="{8D1983CB-4C3E-4BBB-9CD5-0D5AA9D00875}" dt="2025-09-27T09:24:59.313" v="1224" actId="113"/>
        <pc:sldMkLst>
          <pc:docMk/>
          <pc:sldMk cId="615988357" sldId="256"/>
        </pc:sldMkLst>
        <pc:spChg chg="mod">
          <ac:chgData name="HasiBul Islam ShanTo" userId="bb3d2c95a3ec1f31" providerId="LiveId" clId="{8D1983CB-4C3E-4BBB-9CD5-0D5AA9D00875}" dt="2025-09-27T09:20:51.329" v="1203" actId="122"/>
          <ac:spMkLst>
            <pc:docMk/>
            <pc:sldMk cId="615988357" sldId="256"/>
            <ac:spMk id="2" creationId="{4D0DA5C3-801B-C850-D126-08B11837CAAE}"/>
          </ac:spMkLst>
        </pc:spChg>
        <pc:spChg chg="del mod">
          <ac:chgData name="HasiBul Islam ShanTo" userId="bb3d2c95a3ec1f31" providerId="LiveId" clId="{8D1983CB-4C3E-4BBB-9CD5-0D5AA9D00875}" dt="2025-09-26T01:19:35.556" v="99" actId="478"/>
          <ac:spMkLst>
            <pc:docMk/>
            <pc:sldMk cId="615988357" sldId="256"/>
            <ac:spMk id="3" creationId="{679F89E7-1667-AF24-62BC-9747CCE0CA67}"/>
          </ac:spMkLst>
        </pc:spChg>
        <pc:spChg chg="add mod">
          <ac:chgData name="HasiBul Islam ShanTo" userId="bb3d2c95a3ec1f31" providerId="LiveId" clId="{8D1983CB-4C3E-4BBB-9CD5-0D5AA9D00875}" dt="2025-09-27T09:21:50.240" v="1204" actId="2711"/>
          <ac:spMkLst>
            <pc:docMk/>
            <pc:sldMk cId="615988357" sldId="256"/>
            <ac:spMk id="4" creationId="{0C57DC01-B36D-6BA9-D3CF-D773F00EB774}"/>
          </ac:spMkLst>
        </pc:spChg>
        <pc:spChg chg="add mod">
          <ac:chgData name="HasiBul Islam ShanTo" userId="bb3d2c95a3ec1f31" providerId="LiveId" clId="{8D1983CB-4C3E-4BBB-9CD5-0D5AA9D00875}" dt="2025-09-26T01:09:37.591" v="13" actId="14100"/>
          <ac:spMkLst>
            <pc:docMk/>
            <pc:sldMk cId="615988357" sldId="256"/>
            <ac:spMk id="4" creationId="{FD0C0607-CECD-5CAA-0B48-C379C21B0844}"/>
          </ac:spMkLst>
        </pc:spChg>
        <pc:spChg chg="add del mod">
          <ac:chgData name="HasiBul Islam ShanTo" userId="bb3d2c95a3ec1f31" providerId="LiveId" clId="{8D1983CB-4C3E-4BBB-9CD5-0D5AA9D00875}" dt="2025-09-26T01:12:55.449" v="44" actId="478"/>
          <ac:spMkLst>
            <pc:docMk/>
            <pc:sldMk cId="615988357" sldId="256"/>
            <ac:spMk id="6" creationId="{D3DF2D0F-7159-4D7D-264E-10A824AFADC1}"/>
          </ac:spMkLst>
        </pc:spChg>
        <pc:spChg chg="add mod">
          <ac:chgData name="HasiBul Islam ShanTo" userId="bb3d2c95a3ec1f31" providerId="LiveId" clId="{8D1983CB-4C3E-4BBB-9CD5-0D5AA9D00875}" dt="2025-09-27T09:22:43.355" v="1213" actId="113"/>
          <ac:spMkLst>
            <pc:docMk/>
            <pc:sldMk cId="615988357" sldId="256"/>
            <ac:spMk id="8" creationId="{2084D2E6-20BE-8D87-B415-40BB8A39CC92}"/>
          </ac:spMkLst>
        </pc:spChg>
        <pc:spChg chg="add del mod">
          <ac:chgData name="HasiBul Islam ShanTo" userId="bb3d2c95a3ec1f31" providerId="LiveId" clId="{8D1983CB-4C3E-4BBB-9CD5-0D5AA9D00875}" dt="2025-09-27T09:18:26.029" v="1178" actId="478"/>
          <ac:spMkLst>
            <pc:docMk/>
            <pc:sldMk cId="615988357" sldId="256"/>
            <ac:spMk id="10" creationId="{471926C0-3D61-05CB-9641-EC6E22940EAD}"/>
          </ac:spMkLst>
        </pc:spChg>
        <pc:spChg chg="add del mod">
          <ac:chgData name="HasiBul Islam ShanTo" userId="bb3d2c95a3ec1f31" providerId="LiveId" clId="{8D1983CB-4C3E-4BBB-9CD5-0D5AA9D00875}" dt="2025-09-27T09:18:28.039" v="1179" actId="478"/>
          <ac:spMkLst>
            <pc:docMk/>
            <pc:sldMk cId="615988357" sldId="256"/>
            <ac:spMk id="12" creationId="{E5BEEFB8-2385-E142-0609-EF2AD227E6E3}"/>
          </ac:spMkLst>
        </pc:spChg>
        <pc:spChg chg="add del mod">
          <ac:chgData name="HasiBul Islam ShanTo" userId="bb3d2c95a3ec1f31" providerId="LiveId" clId="{8D1983CB-4C3E-4BBB-9CD5-0D5AA9D00875}" dt="2025-09-27T09:06:16.251" v="1144" actId="478"/>
          <ac:spMkLst>
            <pc:docMk/>
            <pc:sldMk cId="615988357" sldId="256"/>
            <ac:spMk id="14" creationId="{338B6668-8B88-F2A3-8229-BD5DC52D49AA}"/>
          </ac:spMkLst>
        </pc:spChg>
        <pc:spChg chg="add mod">
          <ac:chgData name="HasiBul Islam ShanTo" userId="bb3d2c95a3ec1f31" providerId="LiveId" clId="{8D1983CB-4C3E-4BBB-9CD5-0D5AA9D00875}" dt="2025-09-27T09:22:00.304" v="1206" actId="2711"/>
          <ac:spMkLst>
            <pc:docMk/>
            <pc:sldMk cId="615988357" sldId="256"/>
            <ac:spMk id="16" creationId="{C3BA1356-3FA7-53DB-0C97-B2CEF98399AA}"/>
          </ac:spMkLst>
        </pc:spChg>
        <pc:spChg chg="add mod">
          <ac:chgData name="HasiBul Islam ShanTo" userId="bb3d2c95a3ec1f31" providerId="LiveId" clId="{8D1983CB-4C3E-4BBB-9CD5-0D5AA9D00875}" dt="2025-09-27T09:24:59.313" v="1224" actId="113"/>
          <ac:spMkLst>
            <pc:docMk/>
            <pc:sldMk cId="615988357" sldId="256"/>
            <ac:spMk id="21" creationId="{64C345B7-5464-BE21-4DF4-7A884D0D0E15}"/>
          </ac:spMkLst>
        </pc:spChg>
        <pc:spChg chg="mod">
          <ac:chgData name="HasiBul Islam ShanTo" userId="bb3d2c95a3ec1f31" providerId="LiveId" clId="{8D1983CB-4C3E-4BBB-9CD5-0D5AA9D00875}" dt="2025-09-26T01:39:59.559" v="190" actId="1076"/>
          <ac:spMkLst>
            <pc:docMk/>
            <pc:sldMk cId="615988357" sldId="256"/>
            <ac:spMk id="23" creationId="{6FA553E2-F818-50BC-B60D-5159DDF52789}"/>
          </ac:spMkLst>
        </pc:spChg>
        <pc:spChg chg="del mod">
          <ac:chgData name="HasiBul Islam ShanTo" userId="bb3d2c95a3ec1f31" providerId="LiveId" clId="{8D1983CB-4C3E-4BBB-9CD5-0D5AA9D00875}" dt="2025-09-26T01:51:16.345" v="362" actId="478"/>
          <ac:spMkLst>
            <pc:docMk/>
            <pc:sldMk cId="615988357" sldId="256"/>
            <ac:spMk id="25" creationId="{C99871AB-5CF8-564F-BE04-569DED4040F1}"/>
          </ac:spMkLst>
        </pc:spChg>
        <pc:spChg chg="del mod">
          <ac:chgData name="HasiBul Islam ShanTo" userId="bb3d2c95a3ec1f31" providerId="LiveId" clId="{8D1983CB-4C3E-4BBB-9CD5-0D5AA9D00875}" dt="2025-09-26T01:43:33.904" v="252" actId="478"/>
          <ac:spMkLst>
            <pc:docMk/>
            <pc:sldMk cId="615988357" sldId="256"/>
            <ac:spMk id="26" creationId="{359ED875-F9AE-D5B9-2EF8-FDBC6F9EBE66}"/>
          </ac:spMkLst>
        </pc:spChg>
        <pc:spChg chg="add del mod">
          <ac:chgData name="HasiBul Islam ShanTo" userId="bb3d2c95a3ec1f31" providerId="LiveId" clId="{8D1983CB-4C3E-4BBB-9CD5-0D5AA9D00875}" dt="2025-09-26T01:41:30.001" v="197"/>
          <ac:spMkLst>
            <pc:docMk/>
            <pc:sldMk cId="615988357" sldId="256"/>
            <ac:spMk id="27" creationId="{D9DCC414-26F5-D45D-70EF-B5FC9A621EF4}"/>
          </ac:spMkLst>
        </pc:spChg>
        <pc:spChg chg="add mod">
          <ac:chgData name="HasiBul Islam ShanTo" userId="bb3d2c95a3ec1f31" providerId="LiveId" clId="{8D1983CB-4C3E-4BBB-9CD5-0D5AA9D00875}" dt="2025-09-27T09:12:04.480" v="1172" actId="2711"/>
          <ac:spMkLst>
            <pc:docMk/>
            <pc:sldMk cId="615988357" sldId="256"/>
            <ac:spMk id="29" creationId="{D3FB6164-660A-A266-D782-BD20C02C98DB}"/>
          </ac:spMkLst>
        </pc:spChg>
        <pc:spChg chg="add mod">
          <ac:chgData name="HasiBul Islam ShanTo" userId="bb3d2c95a3ec1f31" providerId="LiveId" clId="{8D1983CB-4C3E-4BBB-9CD5-0D5AA9D00875}" dt="2025-09-27T09:12:16.040" v="1173" actId="2711"/>
          <ac:spMkLst>
            <pc:docMk/>
            <pc:sldMk cId="615988357" sldId="256"/>
            <ac:spMk id="31" creationId="{0589CABE-FB6F-04CD-0E1E-34CC9EBF26D7}"/>
          </ac:spMkLst>
        </pc:spChg>
        <pc:spChg chg="add mod">
          <ac:chgData name="HasiBul Islam ShanTo" userId="bb3d2c95a3ec1f31" providerId="LiveId" clId="{8D1983CB-4C3E-4BBB-9CD5-0D5AA9D00875}" dt="2025-09-27T09:12:21.142" v="1174" actId="2711"/>
          <ac:spMkLst>
            <pc:docMk/>
            <pc:sldMk cId="615988357" sldId="256"/>
            <ac:spMk id="33" creationId="{D2A4EC26-F8BF-F4C4-D9D6-53CC2127DA1C}"/>
          </ac:spMkLst>
        </pc:spChg>
        <pc:picChg chg="add mod">
          <ac:chgData name="HasiBul Islam ShanTo" userId="bb3d2c95a3ec1f31" providerId="LiveId" clId="{8D1983CB-4C3E-4BBB-9CD5-0D5AA9D00875}" dt="2025-09-26T01:09:37.591" v="13" actId="14100"/>
          <ac:picMkLst>
            <pc:docMk/>
            <pc:sldMk cId="615988357" sldId="256"/>
            <ac:picMk id="1026" creationId="{EECD84A3-AB6C-8473-5C71-3866CC7E6903}"/>
          </ac:picMkLst>
        </pc:picChg>
        <pc:picChg chg="add mod">
          <ac:chgData name="HasiBul Islam ShanTo" userId="bb3d2c95a3ec1f31" providerId="LiveId" clId="{8D1983CB-4C3E-4BBB-9CD5-0D5AA9D00875}" dt="2025-09-26T01:32:03.987" v="151" actId="1076"/>
          <ac:picMkLst>
            <pc:docMk/>
            <pc:sldMk cId="615988357" sldId="256"/>
            <ac:picMk id="1028" creationId="{7ACE1CFD-E9F7-96F4-FB5D-7B922E190C63}"/>
          </ac:picMkLst>
        </pc:picChg>
        <pc:cxnChg chg="add mod">
          <ac:chgData name="HasiBul Islam ShanTo" userId="bb3d2c95a3ec1f31" providerId="LiveId" clId="{8D1983CB-4C3E-4BBB-9CD5-0D5AA9D00875}" dt="2025-09-26T01:51:07.002" v="346" actId="14100"/>
          <ac:cxnSpMkLst>
            <pc:docMk/>
            <pc:sldMk cId="615988357" sldId="256"/>
            <ac:cxnSpMk id="18" creationId="{30F8E88E-B2A7-207E-177D-B935965D8D51}"/>
          </ac:cxnSpMkLst>
        </pc:cxnChg>
        <pc:cxnChg chg="add del mod">
          <ac:chgData name="HasiBul Islam ShanTo" userId="bb3d2c95a3ec1f31" providerId="LiveId" clId="{8D1983CB-4C3E-4BBB-9CD5-0D5AA9D00875}" dt="2025-09-26T01:54:16.932" v="401" actId="478"/>
          <ac:cxnSpMkLst>
            <pc:docMk/>
            <pc:sldMk cId="615988357" sldId="256"/>
            <ac:cxnSpMk id="19" creationId="{C5DFE897-2C73-A7A5-A4F6-36E35B838C2C}"/>
          </ac:cxnSpMkLst>
        </pc:cxnChg>
        <pc:cxnChg chg="add del mod">
          <ac:chgData name="HasiBul Islam ShanTo" userId="bb3d2c95a3ec1f31" providerId="LiveId" clId="{8D1983CB-4C3E-4BBB-9CD5-0D5AA9D00875}" dt="2025-09-26T01:54:03.469" v="398" actId="478"/>
          <ac:cxnSpMkLst>
            <pc:docMk/>
            <pc:sldMk cId="615988357" sldId="256"/>
            <ac:cxnSpMk id="35" creationId="{FCF27503-300D-523B-F653-F87BB4D901A0}"/>
          </ac:cxnSpMkLst>
        </pc:cxnChg>
      </pc:sldChg>
      <pc:sldChg chg="addSp delSp modSp new mod">
        <pc:chgData name="HasiBul Islam ShanTo" userId="bb3d2c95a3ec1f31" providerId="LiveId" clId="{8D1983CB-4C3E-4BBB-9CD5-0D5AA9D00875}" dt="2025-09-27T09:52:22.530" v="1298" actId="12"/>
        <pc:sldMkLst>
          <pc:docMk/>
          <pc:sldMk cId="245795107" sldId="257"/>
        </pc:sldMkLst>
        <pc:spChg chg="mod">
          <ac:chgData name="HasiBul Islam ShanTo" userId="bb3d2c95a3ec1f31" providerId="LiveId" clId="{8D1983CB-4C3E-4BBB-9CD5-0D5AA9D00875}" dt="2025-09-27T09:48:15.454" v="1225" actId="113"/>
          <ac:spMkLst>
            <pc:docMk/>
            <pc:sldMk cId="245795107" sldId="257"/>
            <ac:spMk id="2" creationId="{F803F319-E614-9D5A-BBF6-6898FB470CDE}"/>
          </ac:spMkLst>
        </pc:spChg>
        <pc:spChg chg="mod">
          <ac:chgData name="HasiBul Islam ShanTo" userId="bb3d2c95a3ec1f31" providerId="LiveId" clId="{8D1983CB-4C3E-4BBB-9CD5-0D5AA9D00875}" dt="2025-09-27T09:52:22.530" v="1298" actId="12"/>
          <ac:spMkLst>
            <pc:docMk/>
            <pc:sldMk cId="245795107" sldId="257"/>
            <ac:spMk id="3" creationId="{DBE2D50D-2D42-0573-8A29-BE7D74EAB83A}"/>
          </ac:spMkLst>
        </pc:spChg>
        <pc:spChg chg="del mod">
          <ac:chgData name="HasiBul Islam ShanTo" userId="bb3d2c95a3ec1f31" providerId="LiveId" clId="{8D1983CB-4C3E-4BBB-9CD5-0D5AA9D00875}" dt="2025-09-26T01:58:18.280" v="440" actId="478"/>
          <ac:spMkLst>
            <pc:docMk/>
            <pc:sldMk cId="245795107" sldId="257"/>
            <ac:spMk id="4" creationId="{2EA58FE1-08AF-648B-F23D-0F9CB0A35C3F}"/>
          </ac:spMkLst>
        </pc:spChg>
        <pc:spChg chg="add mod">
          <ac:chgData name="HasiBul Islam ShanTo" userId="bb3d2c95a3ec1f31" providerId="LiveId" clId="{8D1983CB-4C3E-4BBB-9CD5-0D5AA9D00875}" dt="2025-09-27T08:06:21.941" v="662" actId="1076"/>
          <ac:spMkLst>
            <pc:docMk/>
            <pc:sldMk cId="245795107" sldId="257"/>
            <ac:spMk id="4" creationId="{8194819C-9FE0-0CA4-4301-417D333C51DD}"/>
          </ac:spMkLst>
        </pc:spChg>
        <pc:spChg chg="del">
          <ac:chgData name="HasiBul Islam ShanTo" userId="bb3d2c95a3ec1f31" providerId="LiveId" clId="{8D1983CB-4C3E-4BBB-9CD5-0D5AA9D00875}" dt="2025-09-26T01:59:53.695" v="441" actId="478"/>
          <ac:spMkLst>
            <pc:docMk/>
            <pc:sldMk cId="245795107" sldId="257"/>
            <ac:spMk id="5" creationId="{6B1624F2-A3BF-87FD-1708-EB40EDFC598C}"/>
          </ac:spMkLst>
        </pc:spChg>
        <pc:spChg chg="mod">
          <ac:chgData name="HasiBul Islam ShanTo" userId="bb3d2c95a3ec1f31" providerId="LiveId" clId="{8D1983CB-4C3E-4BBB-9CD5-0D5AA9D00875}" dt="2025-09-27T09:06:47.492" v="1148" actId="207"/>
          <ac:spMkLst>
            <pc:docMk/>
            <pc:sldMk cId="245795107" sldId="257"/>
            <ac:spMk id="6" creationId="{5971DBC4-7355-3125-A095-4837D342005F}"/>
          </ac:spMkLst>
        </pc:spChg>
        <pc:cxnChg chg="add mod">
          <ac:chgData name="HasiBul Islam ShanTo" userId="bb3d2c95a3ec1f31" providerId="LiveId" clId="{8D1983CB-4C3E-4BBB-9CD5-0D5AA9D00875}" dt="2025-09-26T02:08:25.693" v="451" actId="1038"/>
          <ac:cxnSpMkLst>
            <pc:docMk/>
            <pc:sldMk cId="245795107" sldId="257"/>
            <ac:cxnSpMk id="8" creationId="{D30F5FA0-16A2-82A4-A51E-0B1E0E1DA47D}"/>
          </ac:cxnSpMkLst>
        </pc:cxnChg>
      </pc:sldChg>
      <pc:sldChg chg="addSp delSp modSp add mod">
        <pc:chgData name="HasiBul Islam ShanTo" userId="bb3d2c95a3ec1f31" providerId="LiveId" clId="{8D1983CB-4C3E-4BBB-9CD5-0D5AA9D00875}" dt="2025-09-27T09:52:45.674" v="1299" actId="12"/>
        <pc:sldMkLst>
          <pc:docMk/>
          <pc:sldMk cId="1764418279" sldId="258"/>
        </pc:sldMkLst>
        <pc:spChg chg="mod">
          <ac:chgData name="HasiBul Islam ShanTo" userId="bb3d2c95a3ec1f31" providerId="LiveId" clId="{8D1983CB-4C3E-4BBB-9CD5-0D5AA9D00875}" dt="2025-09-27T09:52:45.674" v="1299" actId="12"/>
          <ac:spMkLst>
            <pc:docMk/>
            <pc:sldMk cId="1764418279" sldId="258"/>
            <ac:spMk id="2" creationId="{8A67A9F0-DF44-F46B-F0FF-CF253D47B360}"/>
          </ac:spMkLst>
        </pc:spChg>
        <pc:spChg chg="add del mod">
          <ac:chgData name="HasiBul Islam ShanTo" userId="bb3d2c95a3ec1f31" providerId="LiveId" clId="{8D1983CB-4C3E-4BBB-9CD5-0D5AA9D00875}" dt="2025-09-27T09:24:51.455" v="1220" actId="2711"/>
          <ac:spMkLst>
            <pc:docMk/>
            <pc:sldMk cId="1764418279" sldId="258"/>
            <ac:spMk id="3" creationId="{D2D38F0D-6873-3722-4E81-A390AA5838A9}"/>
          </ac:spMkLst>
        </pc:spChg>
        <pc:spChg chg="add mod">
          <ac:chgData name="HasiBul Islam ShanTo" userId="bb3d2c95a3ec1f31" providerId="LiveId" clId="{8D1983CB-4C3E-4BBB-9CD5-0D5AA9D00875}" dt="2025-09-27T08:07:37.732" v="690"/>
          <ac:spMkLst>
            <pc:docMk/>
            <pc:sldMk cId="1764418279" sldId="258"/>
            <ac:spMk id="5" creationId="{36150FB1-65E0-FB01-9EB7-833858AC6F8F}"/>
          </ac:spMkLst>
        </pc:spChg>
        <pc:spChg chg="mod">
          <ac:chgData name="HasiBul Islam ShanTo" userId="bb3d2c95a3ec1f31" providerId="LiveId" clId="{8D1983CB-4C3E-4BBB-9CD5-0D5AA9D00875}" dt="2025-09-27T09:07:41.956" v="1150" actId="207"/>
          <ac:spMkLst>
            <pc:docMk/>
            <pc:sldMk cId="1764418279" sldId="258"/>
            <ac:spMk id="6" creationId="{B035CBE5-7849-C986-C5BC-5CF5D19822EA}"/>
          </ac:spMkLst>
        </pc:spChg>
      </pc:sldChg>
      <pc:sldChg chg="add del">
        <pc:chgData name="HasiBul Islam ShanTo" userId="bb3d2c95a3ec1f31" providerId="LiveId" clId="{8D1983CB-4C3E-4BBB-9CD5-0D5AA9D00875}" dt="2025-09-27T08:05:36.210" v="656" actId="2696"/>
        <pc:sldMkLst>
          <pc:docMk/>
          <pc:sldMk cId="3534630449" sldId="258"/>
        </pc:sldMkLst>
      </pc:sldChg>
      <pc:sldChg chg="modSp add mod ord">
        <pc:chgData name="HasiBul Islam ShanTo" userId="bb3d2c95a3ec1f31" providerId="LiveId" clId="{8D1983CB-4C3E-4BBB-9CD5-0D5AA9D00875}" dt="2025-09-27T09:53:03.697" v="1303" actId="12"/>
        <pc:sldMkLst>
          <pc:docMk/>
          <pc:sldMk cId="1711100216" sldId="259"/>
        </pc:sldMkLst>
        <pc:spChg chg="mod">
          <ac:chgData name="HasiBul Islam ShanTo" userId="bb3d2c95a3ec1f31" providerId="LiveId" clId="{8D1983CB-4C3E-4BBB-9CD5-0D5AA9D00875}" dt="2025-09-27T09:53:03.697" v="1303" actId="12"/>
          <ac:spMkLst>
            <pc:docMk/>
            <pc:sldMk cId="1711100216" sldId="259"/>
            <ac:spMk id="2" creationId="{9461629D-B410-3293-D97F-90F488392FB3}"/>
          </ac:spMkLst>
        </pc:spChg>
        <pc:spChg chg="mod">
          <ac:chgData name="HasiBul Islam ShanTo" userId="bb3d2c95a3ec1f31" providerId="LiveId" clId="{8D1983CB-4C3E-4BBB-9CD5-0D5AA9D00875}" dt="2025-09-27T08:41:12.926" v="1082" actId="255"/>
          <ac:spMkLst>
            <pc:docMk/>
            <pc:sldMk cId="1711100216" sldId="259"/>
            <ac:spMk id="3" creationId="{0CC2F1D7-7ED3-FC19-5E3F-B299593F9850}"/>
          </ac:spMkLst>
        </pc:spChg>
        <pc:spChg chg="mod">
          <ac:chgData name="HasiBul Islam ShanTo" userId="bb3d2c95a3ec1f31" providerId="LiveId" clId="{8D1983CB-4C3E-4BBB-9CD5-0D5AA9D00875}" dt="2025-09-27T09:08:09.913" v="1151" actId="207"/>
          <ac:spMkLst>
            <pc:docMk/>
            <pc:sldMk cId="1711100216" sldId="259"/>
            <ac:spMk id="6" creationId="{376AB56F-3D4B-32BF-059E-F80D746C5767}"/>
          </ac:spMkLst>
        </pc:spChg>
      </pc:sldChg>
      <pc:sldChg chg="addSp delSp modSp add mod ord">
        <pc:chgData name="HasiBul Islam ShanTo" userId="bb3d2c95a3ec1f31" providerId="LiveId" clId="{8D1983CB-4C3E-4BBB-9CD5-0D5AA9D00875}" dt="2025-09-27T09:53:15.447" v="1306" actId="12"/>
        <pc:sldMkLst>
          <pc:docMk/>
          <pc:sldMk cId="770941781" sldId="260"/>
        </pc:sldMkLst>
        <pc:spChg chg="mod">
          <ac:chgData name="HasiBul Islam ShanTo" userId="bb3d2c95a3ec1f31" providerId="LiveId" clId="{8D1983CB-4C3E-4BBB-9CD5-0D5AA9D00875}" dt="2025-09-27T09:53:15.447" v="1306" actId="12"/>
          <ac:spMkLst>
            <pc:docMk/>
            <pc:sldMk cId="770941781" sldId="260"/>
            <ac:spMk id="2" creationId="{41B3CB50-5884-BA4A-4CC2-11323E17BB7E}"/>
          </ac:spMkLst>
        </pc:spChg>
        <pc:spChg chg="add del mod">
          <ac:chgData name="HasiBul Islam ShanTo" userId="bb3d2c95a3ec1f31" providerId="LiveId" clId="{8D1983CB-4C3E-4BBB-9CD5-0D5AA9D00875}" dt="2025-09-27T09:51:14.195" v="1281" actId="113"/>
          <ac:spMkLst>
            <pc:docMk/>
            <pc:sldMk cId="770941781" sldId="260"/>
            <ac:spMk id="3" creationId="{B029FB3E-AB58-4F13-D2FE-298B8722F0EF}"/>
          </ac:spMkLst>
        </pc:spChg>
        <pc:spChg chg="add mod">
          <ac:chgData name="HasiBul Islam ShanTo" userId="bb3d2c95a3ec1f31" providerId="LiveId" clId="{8D1983CB-4C3E-4BBB-9CD5-0D5AA9D00875}" dt="2025-09-27T08:20:11.500" v="788"/>
          <ac:spMkLst>
            <pc:docMk/>
            <pc:sldMk cId="770941781" sldId="260"/>
            <ac:spMk id="5" creationId="{80710C4E-7AAD-7B55-4563-C5E577A21F64}"/>
          </ac:spMkLst>
        </pc:spChg>
        <pc:spChg chg="mod">
          <ac:chgData name="HasiBul Islam ShanTo" userId="bb3d2c95a3ec1f31" providerId="LiveId" clId="{8D1983CB-4C3E-4BBB-9CD5-0D5AA9D00875}" dt="2025-09-27T09:09:06.129" v="1153" actId="207"/>
          <ac:spMkLst>
            <pc:docMk/>
            <pc:sldMk cId="770941781" sldId="260"/>
            <ac:spMk id="6" creationId="{653872B3-413C-0FD8-D33A-FF93134A6249}"/>
          </ac:spMkLst>
        </pc:spChg>
      </pc:sldChg>
      <pc:sldChg chg="modSp add mod">
        <pc:chgData name="HasiBul Islam ShanTo" userId="bb3d2c95a3ec1f31" providerId="LiveId" clId="{8D1983CB-4C3E-4BBB-9CD5-0D5AA9D00875}" dt="2025-09-27T09:53:07.723" v="1304" actId="12"/>
        <pc:sldMkLst>
          <pc:docMk/>
          <pc:sldMk cId="757178688" sldId="261"/>
        </pc:sldMkLst>
        <pc:spChg chg="mod">
          <ac:chgData name="HasiBul Islam ShanTo" userId="bb3d2c95a3ec1f31" providerId="LiveId" clId="{8D1983CB-4C3E-4BBB-9CD5-0D5AA9D00875}" dt="2025-09-27T09:53:07.723" v="1304" actId="12"/>
          <ac:spMkLst>
            <pc:docMk/>
            <pc:sldMk cId="757178688" sldId="261"/>
            <ac:spMk id="2" creationId="{D816ADC3-EEC2-ED0B-2B65-598BB2D6A57E}"/>
          </ac:spMkLst>
        </pc:spChg>
        <pc:spChg chg="mod">
          <ac:chgData name="HasiBul Islam ShanTo" userId="bb3d2c95a3ec1f31" providerId="LiveId" clId="{8D1983CB-4C3E-4BBB-9CD5-0D5AA9D00875}" dt="2025-09-27T08:41:22.614" v="1084" actId="20577"/>
          <ac:spMkLst>
            <pc:docMk/>
            <pc:sldMk cId="757178688" sldId="261"/>
            <ac:spMk id="3" creationId="{9B5135D2-E26F-BC5D-33E7-BBB2BEC2D7EC}"/>
          </ac:spMkLst>
        </pc:spChg>
        <pc:spChg chg="mod">
          <ac:chgData name="HasiBul Islam ShanTo" userId="bb3d2c95a3ec1f31" providerId="LiveId" clId="{8D1983CB-4C3E-4BBB-9CD5-0D5AA9D00875}" dt="2025-09-27T09:06:05.855" v="1138"/>
          <ac:spMkLst>
            <pc:docMk/>
            <pc:sldMk cId="757178688" sldId="261"/>
            <ac:spMk id="6" creationId="{5A42BDEA-EB4B-44B3-7FD8-355D61FF18E4}"/>
          </ac:spMkLst>
        </pc:spChg>
      </pc:sldChg>
      <pc:sldChg chg="add del">
        <pc:chgData name="HasiBul Islam ShanTo" userId="bb3d2c95a3ec1f31" providerId="LiveId" clId="{8D1983CB-4C3E-4BBB-9CD5-0D5AA9D00875}" dt="2025-09-27T08:12:57.086" v="742" actId="2696"/>
        <pc:sldMkLst>
          <pc:docMk/>
          <pc:sldMk cId="2818821984" sldId="261"/>
        </pc:sldMkLst>
      </pc:sldChg>
      <pc:sldChg chg="addSp delSp modSp add mod">
        <pc:chgData name="HasiBul Islam ShanTo" userId="bb3d2c95a3ec1f31" providerId="LiveId" clId="{8D1983CB-4C3E-4BBB-9CD5-0D5AA9D00875}" dt="2025-09-27T09:53:11.751" v="1305" actId="12"/>
        <pc:sldMkLst>
          <pc:docMk/>
          <pc:sldMk cId="949255155" sldId="262"/>
        </pc:sldMkLst>
        <pc:spChg chg="mod">
          <ac:chgData name="HasiBul Islam ShanTo" userId="bb3d2c95a3ec1f31" providerId="LiveId" clId="{8D1983CB-4C3E-4BBB-9CD5-0D5AA9D00875}" dt="2025-09-27T09:53:11.751" v="1305" actId="12"/>
          <ac:spMkLst>
            <pc:docMk/>
            <pc:sldMk cId="949255155" sldId="262"/>
            <ac:spMk id="2" creationId="{714098AF-EF32-0072-D8B8-060771DA36FD}"/>
          </ac:spMkLst>
        </pc:spChg>
        <pc:spChg chg="del mod">
          <ac:chgData name="HasiBul Islam ShanTo" userId="bb3d2c95a3ec1f31" providerId="LiveId" clId="{8D1983CB-4C3E-4BBB-9CD5-0D5AA9D00875}" dt="2025-09-27T08:14:34.326" v="760"/>
          <ac:spMkLst>
            <pc:docMk/>
            <pc:sldMk cId="949255155" sldId="262"/>
            <ac:spMk id="3" creationId="{D04E16B1-72E0-EA30-34D0-A5CAC1CF1B06}"/>
          </ac:spMkLst>
        </pc:spChg>
        <pc:spChg chg="mod">
          <ac:chgData name="HasiBul Islam ShanTo" userId="bb3d2c95a3ec1f31" providerId="LiveId" clId="{8D1983CB-4C3E-4BBB-9CD5-0D5AA9D00875}" dt="2025-09-27T09:08:41.129" v="1152" actId="207"/>
          <ac:spMkLst>
            <pc:docMk/>
            <pc:sldMk cId="949255155" sldId="262"/>
            <ac:spMk id="6" creationId="{9FE7905E-B2C9-E98D-5AE0-69C19B3D14C3}"/>
          </ac:spMkLst>
        </pc:spChg>
        <pc:graphicFrameChg chg="add mod">
          <ac:chgData name="HasiBul Islam ShanTo" userId="bb3d2c95a3ec1f31" providerId="LiveId" clId="{8D1983CB-4C3E-4BBB-9CD5-0D5AA9D00875}" dt="2025-09-27T08:41:55.126" v="1085"/>
          <ac:graphicFrameMkLst>
            <pc:docMk/>
            <pc:sldMk cId="949255155" sldId="262"/>
            <ac:graphicFrameMk id="5" creationId="{279BD7C3-D6E3-81F4-5403-47405DB8BC9A}"/>
          </ac:graphicFrameMkLst>
        </pc:graphicFrameChg>
      </pc:sldChg>
      <pc:sldChg chg="modSp add del mod">
        <pc:chgData name="HasiBul Islam ShanTo" userId="bb3d2c95a3ec1f31" providerId="LiveId" clId="{8D1983CB-4C3E-4BBB-9CD5-0D5AA9D00875}" dt="2025-09-27T08:26:43.221" v="866" actId="2696"/>
        <pc:sldMkLst>
          <pc:docMk/>
          <pc:sldMk cId="1038261747" sldId="263"/>
        </pc:sldMkLst>
        <pc:spChg chg="mod">
          <ac:chgData name="HasiBul Islam ShanTo" userId="bb3d2c95a3ec1f31" providerId="LiveId" clId="{8D1983CB-4C3E-4BBB-9CD5-0D5AA9D00875}" dt="2025-09-27T08:18:36.950" v="770" actId="404"/>
          <ac:spMkLst>
            <pc:docMk/>
            <pc:sldMk cId="1038261747" sldId="263"/>
            <ac:spMk id="2" creationId="{C124CCE7-60C0-0D40-9FB6-454D47AD0692}"/>
          </ac:spMkLst>
        </pc:spChg>
        <pc:spChg chg="mod">
          <ac:chgData name="HasiBul Islam ShanTo" userId="bb3d2c95a3ec1f31" providerId="LiveId" clId="{8D1983CB-4C3E-4BBB-9CD5-0D5AA9D00875}" dt="2025-09-27T08:22:23.497" v="818"/>
          <ac:spMkLst>
            <pc:docMk/>
            <pc:sldMk cId="1038261747" sldId="263"/>
            <ac:spMk id="3" creationId="{6451490A-DBB0-B456-E181-DEFCD733BA30}"/>
          </ac:spMkLst>
        </pc:spChg>
      </pc:sldChg>
      <pc:sldChg chg="addSp delSp modSp add mod">
        <pc:chgData name="HasiBul Islam ShanTo" userId="bb3d2c95a3ec1f31" providerId="LiveId" clId="{8D1983CB-4C3E-4BBB-9CD5-0D5AA9D00875}" dt="2025-09-27T09:53:28.183" v="1310" actId="12"/>
        <pc:sldMkLst>
          <pc:docMk/>
          <pc:sldMk cId="2382716307" sldId="264"/>
        </pc:sldMkLst>
        <pc:spChg chg="mod">
          <ac:chgData name="HasiBul Islam ShanTo" userId="bb3d2c95a3ec1f31" providerId="LiveId" clId="{8D1983CB-4C3E-4BBB-9CD5-0D5AA9D00875}" dt="2025-09-27T09:53:28.183" v="1310" actId="12"/>
          <ac:spMkLst>
            <pc:docMk/>
            <pc:sldMk cId="2382716307" sldId="264"/>
            <ac:spMk id="2" creationId="{B346F537-8DE7-1005-49EB-AA9D92081378}"/>
          </ac:spMkLst>
        </pc:spChg>
        <pc:spChg chg="add del mod">
          <ac:chgData name="HasiBul Islam ShanTo" userId="bb3d2c95a3ec1f31" providerId="LiveId" clId="{8D1983CB-4C3E-4BBB-9CD5-0D5AA9D00875}" dt="2025-09-27T09:49:47.173" v="1248" actId="113"/>
          <ac:spMkLst>
            <pc:docMk/>
            <pc:sldMk cId="2382716307" sldId="264"/>
            <ac:spMk id="3" creationId="{70656ED9-539D-001C-59FF-BA31059321F4}"/>
          </ac:spMkLst>
        </pc:spChg>
        <pc:spChg chg="mod">
          <ac:chgData name="HasiBul Islam ShanTo" userId="bb3d2c95a3ec1f31" providerId="LiveId" clId="{8D1983CB-4C3E-4BBB-9CD5-0D5AA9D00875}" dt="2025-09-27T09:09:27.839" v="1157" actId="207"/>
          <ac:spMkLst>
            <pc:docMk/>
            <pc:sldMk cId="2382716307" sldId="264"/>
            <ac:spMk id="6" creationId="{55FF4020-1827-CB15-C7EE-9DD0930EAD62}"/>
          </ac:spMkLst>
        </pc:spChg>
        <pc:spChg chg="add mod">
          <ac:chgData name="HasiBul Islam ShanTo" userId="bb3d2c95a3ec1f31" providerId="LiveId" clId="{8D1983CB-4C3E-4BBB-9CD5-0D5AA9D00875}" dt="2025-09-27T08:34:38.568" v="992" actId="13926"/>
          <ac:spMkLst>
            <pc:docMk/>
            <pc:sldMk cId="2382716307" sldId="264"/>
            <ac:spMk id="12" creationId="{2894F60D-E46A-7707-AD78-332B0481024F}"/>
          </ac:spMkLst>
        </pc:spChg>
        <pc:picChg chg="add mod">
          <ac:chgData name="HasiBul Islam ShanTo" userId="bb3d2c95a3ec1f31" providerId="LiveId" clId="{8D1983CB-4C3E-4BBB-9CD5-0D5AA9D00875}" dt="2025-09-27T08:31:08.040" v="929" actId="931"/>
          <ac:picMkLst>
            <pc:docMk/>
            <pc:sldMk cId="2382716307" sldId="264"/>
            <ac:picMk id="7" creationId="{5209CFD3-A8C7-311B-F45C-B38E860C3CD4}"/>
          </ac:picMkLst>
        </pc:picChg>
        <pc:picChg chg="add del mod">
          <ac:chgData name="HasiBul Islam ShanTo" userId="bb3d2c95a3ec1f31" providerId="LiveId" clId="{8D1983CB-4C3E-4BBB-9CD5-0D5AA9D00875}" dt="2025-09-27T08:35:49.619" v="1007" actId="478"/>
          <ac:picMkLst>
            <pc:docMk/>
            <pc:sldMk cId="2382716307" sldId="264"/>
            <ac:picMk id="10" creationId="{D7F28031-2722-94EA-4788-7070F9E3F841}"/>
          </ac:picMkLst>
        </pc:picChg>
        <pc:picChg chg="add mod">
          <ac:chgData name="HasiBul Islam ShanTo" userId="bb3d2c95a3ec1f31" providerId="LiveId" clId="{8D1983CB-4C3E-4BBB-9CD5-0D5AA9D00875}" dt="2025-09-27T08:35:46.135" v="1006"/>
          <ac:picMkLst>
            <pc:docMk/>
            <pc:sldMk cId="2382716307" sldId="264"/>
            <ac:picMk id="13" creationId="{BE35B7F4-01A3-7038-FE7B-FD07C1AFA766}"/>
          </ac:picMkLst>
        </pc:picChg>
        <pc:picChg chg="add del mod">
          <ac:chgData name="HasiBul Islam ShanTo" userId="bb3d2c95a3ec1f31" providerId="LiveId" clId="{8D1983CB-4C3E-4BBB-9CD5-0D5AA9D00875}" dt="2025-09-27T08:36:20.663" v="1012" actId="21"/>
          <ac:picMkLst>
            <pc:docMk/>
            <pc:sldMk cId="2382716307" sldId="264"/>
            <ac:picMk id="14" creationId="{1219A400-8B7C-B817-625E-ECB5A117B8B8}"/>
          </ac:picMkLst>
        </pc:picChg>
      </pc:sldChg>
      <pc:sldChg chg="addSp delSp modSp add mod">
        <pc:chgData name="HasiBul Islam ShanTo" userId="bb3d2c95a3ec1f31" providerId="LiveId" clId="{8D1983CB-4C3E-4BBB-9CD5-0D5AA9D00875}" dt="2025-09-27T09:54:03.060" v="1318" actId="20577"/>
        <pc:sldMkLst>
          <pc:docMk/>
          <pc:sldMk cId="3894896544" sldId="265"/>
        </pc:sldMkLst>
        <pc:spChg chg="mod">
          <ac:chgData name="HasiBul Islam ShanTo" userId="bb3d2c95a3ec1f31" providerId="LiveId" clId="{8D1983CB-4C3E-4BBB-9CD5-0D5AA9D00875}" dt="2025-09-27T09:53:31.479" v="1311" actId="12"/>
          <ac:spMkLst>
            <pc:docMk/>
            <pc:sldMk cId="3894896544" sldId="265"/>
            <ac:spMk id="2" creationId="{E49A5378-574F-56B6-FCE4-60722A551236}"/>
          </ac:spMkLst>
        </pc:spChg>
        <pc:spChg chg="mod">
          <ac:chgData name="HasiBul Islam ShanTo" userId="bb3d2c95a3ec1f31" providerId="LiveId" clId="{8D1983CB-4C3E-4BBB-9CD5-0D5AA9D00875}" dt="2025-09-27T09:54:03.060" v="1318" actId="20577"/>
          <ac:spMkLst>
            <pc:docMk/>
            <pc:sldMk cId="3894896544" sldId="265"/>
            <ac:spMk id="3" creationId="{4E66927A-5BE7-B4C0-73BF-AD10AF0D5459}"/>
          </ac:spMkLst>
        </pc:spChg>
        <pc:spChg chg="mod">
          <ac:chgData name="HasiBul Islam ShanTo" userId="bb3d2c95a3ec1f31" providerId="LiveId" clId="{8D1983CB-4C3E-4BBB-9CD5-0D5AA9D00875}" dt="2025-09-27T09:09:34.751" v="1158" actId="207"/>
          <ac:spMkLst>
            <pc:docMk/>
            <pc:sldMk cId="3894896544" sldId="265"/>
            <ac:spMk id="6" creationId="{73B7C696-FC55-4A1C-50A4-50336AC2641B}"/>
          </ac:spMkLst>
        </pc:spChg>
        <pc:spChg chg="add mod">
          <ac:chgData name="HasiBul Islam ShanTo" userId="bb3d2c95a3ec1f31" providerId="LiveId" clId="{8D1983CB-4C3E-4BBB-9CD5-0D5AA9D00875}" dt="2025-09-27T08:36:33.418" v="1015" actId="1076"/>
          <ac:spMkLst>
            <pc:docMk/>
            <pc:sldMk cId="3894896544" sldId="265"/>
            <ac:spMk id="10" creationId="{AF56D345-1D92-0141-FF42-F24C8C378B91}"/>
          </ac:spMkLst>
        </pc:spChg>
        <pc:picChg chg="add del mod">
          <ac:chgData name="HasiBul Islam ShanTo" userId="bb3d2c95a3ec1f31" providerId="LiveId" clId="{8D1983CB-4C3E-4BBB-9CD5-0D5AA9D00875}" dt="2025-09-27T08:36:23.608" v="1013" actId="478"/>
          <ac:picMkLst>
            <pc:docMk/>
            <pc:sldMk cId="3894896544" sldId="265"/>
            <ac:picMk id="7" creationId="{58497C3F-38A0-C948-746E-62B02F9B7E9D}"/>
          </ac:picMkLst>
        </pc:picChg>
        <pc:picChg chg="add mod">
          <ac:chgData name="HasiBul Islam ShanTo" userId="bb3d2c95a3ec1f31" providerId="LiveId" clId="{8D1983CB-4C3E-4BBB-9CD5-0D5AA9D00875}" dt="2025-09-27T08:36:23.975" v="1014"/>
          <ac:picMkLst>
            <pc:docMk/>
            <pc:sldMk cId="3894896544" sldId="265"/>
            <ac:picMk id="14" creationId="{1219A400-8B7C-B817-625E-ECB5A117B8B8}"/>
          </ac:picMkLst>
        </pc:picChg>
      </pc:sldChg>
      <pc:sldChg chg="addSp delSp modSp add mod">
        <pc:chgData name="HasiBul Islam ShanTo" userId="bb3d2c95a3ec1f31" providerId="LiveId" clId="{8D1983CB-4C3E-4BBB-9CD5-0D5AA9D00875}" dt="2025-09-27T09:53:35.239" v="1312" actId="12"/>
        <pc:sldMkLst>
          <pc:docMk/>
          <pc:sldMk cId="3574982398" sldId="266"/>
        </pc:sldMkLst>
        <pc:spChg chg="mod">
          <ac:chgData name="HasiBul Islam ShanTo" userId="bb3d2c95a3ec1f31" providerId="LiveId" clId="{8D1983CB-4C3E-4BBB-9CD5-0D5AA9D00875}" dt="2025-09-27T09:53:35.239" v="1312" actId="12"/>
          <ac:spMkLst>
            <pc:docMk/>
            <pc:sldMk cId="3574982398" sldId="266"/>
            <ac:spMk id="2" creationId="{1485FBD2-DCC7-D5FE-59FB-E72AA1B1F736}"/>
          </ac:spMkLst>
        </pc:spChg>
        <pc:spChg chg="add del mod">
          <ac:chgData name="HasiBul Islam ShanTo" userId="bb3d2c95a3ec1f31" providerId="LiveId" clId="{8D1983CB-4C3E-4BBB-9CD5-0D5AA9D00875}" dt="2025-09-27T09:49:57.831" v="1249" actId="12"/>
          <ac:spMkLst>
            <pc:docMk/>
            <pc:sldMk cId="3574982398" sldId="266"/>
            <ac:spMk id="3" creationId="{9DF7F245-3FA4-1EFE-1AC5-E9249E7C9EE5}"/>
          </ac:spMkLst>
        </pc:spChg>
        <pc:spChg chg="add mod">
          <ac:chgData name="HasiBul Islam ShanTo" userId="bb3d2c95a3ec1f31" providerId="LiveId" clId="{8D1983CB-4C3E-4BBB-9CD5-0D5AA9D00875}" dt="2025-09-27T08:37:17.349" v="1017"/>
          <ac:spMkLst>
            <pc:docMk/>
            <pc:sldMk cId="3574982398" sldId="266"/>
            <ac:spMk id="5" creationId="{34BAAAEA-BA07-BF7C-9CE6-5B98DAC3490D}"/>
          </ac:spMkLst>
        </pc:spChg>
        <pc:spChg chg="mod">
          <ac:chgData name="HasiBul Islam ShanTo" userId="bb3d2c95a3ec1f31" providerId="LiveId" clId="{8D1983CB-4C3E-4BBB-9CD5-0D5AA9D00875}" dt="2025-09-27T09:09:41.528" v="1159" actId="207"/>
          <ac:spMkLst>
            <pc:docMk/>
            <pc:sldMk cId="3574982398" sldId="266"/>
            <ac:spMk id="6" creationId="{4103A6E1-B68D-3B15-7665-B207920E4AD9}"/>
          </ac:spMkLst>
        </pc:spChg>
        <pc:spChg chg="add mod">
          <ac:chgData name="HasiBul Islam ShanTo" userId="bb3d2c95a3ec1f31" providerId="LiveId" clId="{8D1983CB-4C3E-4BBB-9CD5-0D5AA9D00875}" dt="2025-09-27T08:37:52.165" v="1029"/>
          <ac:spMkLst>
            <pc:docMk/>
            <pc:sldMk cId="3574982398" sldId="266"/>
            <ac:spMk id="7" creationId="{20BE1759-8C32-2A0A-4A61-AC6D15517ECA}"/>
          </ac:spMkLst>
        </pc:spChg>
      </pc:sldChg>
      <pc:sldChg chg="addSp modSp add mod">
        <pc:chgData name="HasiBul Islam ShanTo" userId="bb3d2c95a3ec1f31" providerId="LiveId" clId="{8D1983CB-4C3E-4BBB-9CD5-0D5AA9D00875}" dt="2025-09-27T09:53:24.086" v="1309" actId="12"/>
        <pc:sldMkLst>
          <pc:docMk/>
          <pc:sldMk cId="3110281507" sldId="267"/>
        </pc:sldMkLst>
        <pc:spChg chg="mod">
          <ac:chgData name="HasiBul Islam ShanTo" userId="bb3d2c95a3ec1f31" providerId="LiveId" clId="{8D1983CB-4C3E-4BBB-9CD5-0D5AA9D00875}" dt="2025-09-27T09:53:24.086" v="1309" actId="12"/>
          <ac:spMkLst>
            <pc:docMk/>
            <pc:sldMk cId="3110281507" sldId="267"/>
            <ac:spMk id="2" creationId="{BCC8FCA9-8726-FA05-435A-A7E0F0568F72}"/>
          </ac:spMkLst>
        </pc:spChg>
        <pc:spChg chg="mod">
          <ac:chgData name="HasiBul Islam ShanTo" userId="bb3d2c95a3ec1f31" providerId="LiveId" clId="{8D1983CB-4C3E-4BBB-9CD5-0D5AA9D00875}" dt="2025-09-27T09:51:56.304" v="1295" actId="5793"/>
          <ac:spMkLst>
            <pc:docMk/>
            <pc:sldMk cId="3110281507" sldId="267"/>
            <ac:spMk id="3" creationId="{A5B657D4-1D56-D4DB-69BA-BA94712512E7}"/>
          </ac:spMkLst>
        </pc:spChg>
        <pc:spChg chg="mod">
          <ac:chgData name="HasiBul Islam ShanTo" userId="bb3d2c95a3ec1f31" providerId="LiveId" clId="{8D1983CB-4C3E-4BBB-9CD5-0D5AA9D00875}" dt="2025-09-27T09:09:19.355" v="1156" actId="207"/>
          <ac:spMkLst>
            <pc:docMk/>
            <pc:sldMk cId="3110281507" sldId="267"/>
            <ac:spMk id="6" creationId="{3E9392BF-CB93-FCAB-462B-75A9A0E9FADB}"/>
          </ac:spMkLst>
        </pc:spChg>
        <pc:spChg chg="add mod">
          <ac:chgData name="HasiBul Islam ShanTo" userId="bb3d2c95a3ec1f31" providerId="LiveId" clId="{8D1983CB-4C3E-4BBB-9CD5-0D5AA9D00875}" dt="2025-09-27T08:34:42.788" v="993" actId="13926"/>
          <ac:spMkLst>
            <pc:docMk/>
            <pc:sldMk cId="3110281507" sldId="267"/>
            <ac:spMk id="10" creationId="{22B532E1-CDF9-97F2-BF20-14AF3A256798}"/>
          </ac:spMkLst>
        </pc:spChg>
        <pc:picChg chg="add mod ord">
          <ac:chgData name="HasiBul Islam ShanTo" userId="bb3d2c95a3ec1f31" providerId="LiveId" clId="{8D1983CB-4C3E-4BBB-9CD5-0D5AA9D00875}" dt="2025-09-27T08:25:41.164" v="854" actId="1076"/>
          <ac:picMkLst>
            <pc:docMk/>
            <pc:sldMk cId="3110281507" sldId="267"/>
            <ac:picMk id="7" creationId="{1116B67B-994D-CF47-5259-EFF669DD875F}"/>
          </ac:picMkLst>
        </pc:picChg>
      </pc:sldChg>
      <pc:sldChg chg="modSp add mod ord">
        <pc:chgData name="HasiBul Islam ShanTo" userId="bb3d2c95a3ec1f31" providerId="LiveId" clId="{8D1983CB-4C3E-4BBB-9CD5-0D5AA9D00875}" dt="2025-09-27T09:53:19.591" v="1307" actId="12"/>
        <pc:sldMkLst>
          <pc:docMk/>
          <pc:sldMk cId="766224174" sldId="268"/>
        </pc:sldMkLst>
        <pc:spChg chg="mod">
          <ac:chgData name="HasiBul Islam ShanTo" userId="bb3d2c95a3ec1f31" providerId="LiveId" clId="{8D1983CB-4C3E-4BBB-9CD5-0D5AA9D00875}" dt="2025-09-27T09:53:19.591" v="1307" actId="12"/>
          <ac:spMkLst>
            <pc:docMk/>
            <pc:sldMk cId="766224174" sldId="268"/>
            <ac:spMk id="2" creationId="{46F585DA-71EE-3121-5B63-7C52D43AB56F}"/>
          </ac:spMkLst>
        </pc:spChg>
        <pc:spChg chg="mod">
          <ac:chgData name="HasiBul Islam ShanTo" userId="bb3d2c95a3ec1f31" providerId="LiveId" clId="{8D1983CB-4C3E-4BBB-9CD5-0D5AA9D00875}" dt="2025-09-27T09:51:31.493" v="1287" actId="122"/>
          <ac:spMkLst>
            <pc:docMk/>
            <pc:sldMk cId="766224174" sldId="268"/>
            <ac:spMk id="3" creationId="{C75EB8D2-8119-4283-BBAB-17CD4D77F31C}"/>
          </ac:spMkLst>
        </pc:spChg>
        <pc:spChg chg="mod">
          <ac:chgData name="HasiBul Islam ShanTo" userId="bb3d2c95a3ec1f31" providerId="LiveId" clId="{8D1983CB-4C3E-4BBB-9CD5-0D5AA9D00875}" dt="2025-09-27T09:09:13.243" v="1154" actId="207"/>
          <ac:spMkLst>
            <pc:docMk/>
            <pc:sldMk cId="766224174" sldId="268"/>
            <ac:spMk id="6" creationId="{D93527D2-D499-043F-0168-3B26384EE87B}"/>
          </ac:spMkLst>
        </pc:spChg>
        <pc:spChg chg="mod">
          <ac:chgData name="HasiBul Islam ShanTo" userId="bb3d2c95a3ec1f31" providerId="LiveId" clId="{8D1983CB-4C3E-4BBB-9CD5-0D5AA9D00875}" dt="2025-09-27T08:34:46.864" v="994" actId="13926"/>
          <ac:spMkLst>
            <pc:docMk/>
            <pc:sldMk cId="766224174" sldId="268"/>
            <ac:spMk id="10" creationId="{3193DD95-C132-A800-7443-E23298A88B9F}"/>
          </ac:spMkLst>
        </pc:spChg>
      </pc:sldChg>
      <pc:sldChg chg="addSp delSp modSp add del mod">
        <pc:chgData name="HasiBul Islam ShanTo" userId="bb3d2c95a3ec1f31" providerId="LiveId" clId="{8D1983CB-4C3E-4BBB-9CD5-0D5AA9D00875}" dt="2025-09-27T08:35:41.353" v="1005" actId="2696"/>
        <pc:sldMkLst>
          <pc:docMk/>
          <pc:sldMk cId="900442560" sldId="269"/>
        </pc:sldMkLst>
        <pc:picChg chg="add del mod">
          <ac:chgData name="HasiBul Islam ShanTo" userId="bb3d2c95a3ec1f31" providerId="LiveId" clId="{8D1983CB-4C3E-4BBB-9CD5-0D5AA9D00875}" dt="2025-09-27T08:35:38.067" v="1004" actId="21"/>
          <ac:picMkLst>
            <pc:docMk/>
            <pc:sldMk cId="900442560" sldId="269"/>
            <ac:picMk id="5" creationId="{BE35B7F4-01A3-7038-FE7B-FD07C1AFA766}"/>
          </ac:picMkLst>
        </pc:picChg>
      </pc:sldChg>
      <pc:sldChg chg="addSp delSp modSp add mod">
        <pc:chgData name="HasiBul Islam ShanTo" userId="bb3d2c95a3ec1f31" providerId="LiveId" clId="{8D1983CB-4C3E-4BBB-9CD5-0D5AA9D00875}" dt="2025-09-27T09:53:41.814" v="1314" actId="113"/>
        <pc:sldMkLst>
          <pc:docMk/>
          <pc:sldMk cId="1224207472" sldId="269"/>
        </pc:sldMkLst>
        <pc:spChg chg="mod">
          <ac:chgData name="HasiBul Islam ShanTo" userId="bb3d2c95a3ec1f31" providerId="LiveId" clId="{8D1983CB-4C3E-4BBB-9CD5-0D5AA9D00875}" dt="2025-09-27T09:53:41.814" v="1314" actId="113"/>
          <ac:spMkLst>
            <pc:docMk/>
            <pc:sldMk cId="1224207472" sldId="269"/>
            <ac:spMk id="2" creationId="{1796BA57-7F9B-D6D3-43A4-774CFC54775B}"/>
          </ac:spMkLst>
        </pc:spChg>
        <pc:spChg chg="del mod">
          <ac:chgData name="HasiBul Islam ShanTo" userId="bb3d2c95a3ec1f31" providerId="LiveId" clId="{8D1983CB-4C3E-4BBB-9CD5-0D5AA9D00875}" dt="2025-09-27T08:39:17.272" v="1060" actId="478"/>
          <ac:spMkLst>
            <pc:docMk/>
            <pc:sldMk cId="1224207472" sldId="269"/>
            <ac:spMk id="3" creationId="{35C8EF7F-D765-845E-09D0-E004A26BD096}"/>
          </ac:spMkLst>
        </pc:spChg>
        <pc:spChg chg="mod">
          <ac:chgData name="HasiBul Islam ShanTo" userId="bb3d2c95a3ec1f31" providerId="LiveId" clId="{8D1983CB-4C3E-4BBB-9CD5-0D5AA9D00875}" dt="2025-09-27T09:10:36.875" v="1170" actId="20577"/>
          <ac:spMkLst>
            <pc:docMk/>
            <pc:sldMk cId="1224207472" sldId="269"/>
            <ac:spMk id="6" creationId="{84D6F99F-CFE4-A4F7-2141-C85A67CB0804}"/>
          </ac:spMkLst>
        </pc:spChg>
        <pc:spChg chg="add mod">
          <ac:chgData name="HasiBul Islam ShanTo" userId="bb3d2c95a3ec1f31" providerId="LiveId" clId="{8D1983CB-4C3E-4BBB-9CD5-0D5AA9D00875}" dt="2025-09-27T08:39:31.037" v="1068" actId="1076"/>
          <ac:spMkLst>
            <pc:docMk/>
            <pc:sldMk cId="1224207472" sldId="269"/>
            <ac:spMk id="7" creationId="{02366615-EADA-D63F-5D29-DEC51876F6C5}"/>
          </ac:spMkLst>
        </pc:spChg>
      </pc:sldChg>
      <pc:sldMasterChg chg="setBg modSldLayout">
        <pc:chgData name="HasiBul Islam ShanTo" userId="bb3d2c95a3ec1f31" providerId="LiveId" clId="{8D1983CB-4C3E-4BBB-9CD5-0D5AA9D00875}" dt="2025-09-26T02:12:15.660" v="606"/>
        <pc:sldMasterMkLst>
          <pc:docMk/>
          <pc:sldMasterMk cId="3873192800" sldId="2147483826"/>
        </pc:sldMasterMkLst>
        <pc:sldLayoutChg chg="setBg">
          <pc:chgData name="HasiBul Islam ShanTo" userId="bb3d2c95a3ec1f31" providerId="LiveId" clId="{8D1983CB-4C3E-4BBB-9CD5-0D5AA9D00875}" dt="2025-09-26T02:12:15.660" v="606"/>
          <pc:sldLayoutMkLst>
            <pc:docMk/>
            <pc:sldMasterMk cId="3873192800" sldId="2147483826"/>
            <pc:sldLayoutMk cId="3626876304" sldId="2147483827"/>
          </pc:sldLayoutMkLst>
        </pc:sldLayoutChg>
        <pc:sldLayoutChg chg="setBg">
          <pc:chgData name="HasiBul Islam ShanTo" userId="bb3d2c95a3ec1f31" providerId="LiveId" clId="{8D1983CB-4C3E-4BBB-9CD5-0D5AA9D00875}" dt="2025-09-26T02:12:15.660" v="606"/>
          <pc:sldLayoutMkLst>
            <pc:docMk/>
            <pc:sldMasterMk cId="3873192800" sldId="2147483826"/>
            <pc:sldLayoutMk cId="388298037" sldId="2147483828"/>
          </pc:sldLayoutMkLst>
        </pc:sldLayoutChg>
        <pc:sldLayoutChg chg="setBg">
          <pc:chgData name="HasiBul Islam ShanTo" userId="bb3d2c95a3ec1f31" providerId="LiveId" clId="{8D1983CB-4C3E-4BBB-9CD5-0D5AA9D00875}" dt="2025-09-26T02:12:15.660" v="606"/>
          <pc:sldLayoutMkLst>
            <pc:docMk/>
            <pc:sldMasterMk cId="3873192800" sldId="2147483826"/>
            <pc:sldLayoutMk cId="1513052908" sldId="2147483829"/>
          </pc:sldLayoutMkLst>
        </pc:sldLayoutChg>
        <pc:sldLayoutChg chg="setBg">
          <pc:chgData name="HasiBul Islam ShanTo" userId="bb3d2c95a3ec1f31" providerId="LiveId" clId="{8D1983CB-4C3E-4BBB-9CD5-0D5AA9D00875}" dt="2025-09-26T02:12:15.660" v="606"/>
          <pc:sldLayoutMkLst>
            <pc:docMk/>
            <pc:sldMasterMk cId="3873192800" sldId="2147483826"/>
            <pc:sldLayoutMk cId="130591133" sldId="2147483830"/>
          </pc:sldLayoutMkLst>
        </pc:sldLayoutChg>
        <pc:sldLayoutChg chg="setBg">
          <pc:chgData name="HasiBul Islam ShanTo" userId="bb3d2c95a3ec1f31" providerId="LiveId" clId="{8D1983CB-4C3E-4BBB-9CD5-0D5AA9D00875}" dt="2025-09-26T02:12:15.660" v="606"/>
          <pc:sldLayoutMkLst>
            <pc:docMk/>
            <pc:sldMasterMk cId="3873192800" sldId="2147483826"/>
            <pc:sldLayoutMk cId="186590788" sldId="2147483831"/>
          </pc:sldLayoutMkLst>
        </pc:sldLayoutChg>
        <pc:sldLayoutChg chg="setBg">
          <pc:chgData name="HasiBul Islam ShanTo" userId="bb3d2c95a3ec1f31" providerId="LiveId" clId="{8D1983CB-4C3E-4BBB-9CD5-0D5AA9D00875}" dt="2025-09-26T02:12:15.660" v="606"/>
          <pc:sldLayoutMkLst>
            <pc:docMk/>
            <pc:sldMasterMk cId="3873192800" sldId="2147483826"/>
            <pc:sldLayoutMk cId="1243129223" sldId="2147483832"/>
          </pc:sldLayoutMkLst>
        </pc:sldLayoutChg>
        <pc:sldLayoutChg chg="setBg">
          <pc:chgData name="HasiBul Islam ShanTo" userId="bb3d2c95a3ec1f31" providerId="LiveId" clId="{8D1983CB-4C3E-4BBB-9CD5-0D5AA9D00875}" dt="2025-09-26T02:12:15.660" v="606"/>
          <pc:sldLayoutMkLst>
            <pc:docMk/>
            <pc:sldMasterMk cId="3873192800" sldId="2147483826"/>
            <pc:sldLayoutMk cId="2501452255" sldId="2147483833"/>
          </pc:sldLayoutMkLst>
        </pc:sldLayoutChg>
        <pc:sldLayoutChg chg="setBg">
          <pc:chgData name="HasiBul Islam ShanTo" userId="bb3d2c95a3ec1f31" providerId="LiveId" clId="{8D1983CB-4C3E-4BBB-9CD5-0D5AA9D00875}" dt="2025-09-26T02:12:15.660" v="606"/>
          <pc:sldLayoutMkLst>
            <pc:docMk/>
            <pc:sldMasterMk cId="3873192800" sldId="2147483826"/>
            <pc:sldLayoutMk cId="1546125136" sldId="2147483834"/>
          </pc:sldLayoutMkLst>
        </pc:sldLayoutChg>
        <pc:sldLayoutChg chg="setBg">
          <pc:chgData name="HasiBul Islam ShanTo" userId="bb3d2c95a3ec1f31" providerId="LiveId" clId="{8D1983CB-4C3E-4BBB-9CD5-0D5AA9D00875}" dt="2025-09-26T02:12:15.660" v="606"/>
          <pc:sldLayoutMkLst>
            <pc:docMk/>
            <pc:sldMasterMk cId="3873192800" sldId="2147483826"/>
            <pc:sldLayoutMk cId="573444130" sldId="2147483835"/>
          </pc:sldLayoutMkLst>
        </pc:sldLayoutChg>
        <pc:sldLayoutChg chg="setBg">
          <pc:chgData name="HasiBul Islam ShanTo" userId="bb3d2c95a3ec1f31" providerId="LiveId" clId="{8D1983CB-4C3E-4BBB-9CD5-0D5AA9D00875}" dt="2025-09-26T02:12:15.660" v="606"/>
          <pc:sldLayoutMkLst>
            <pc:docMk/>
            <pc:sldMasterMk cId="3873192800" sldId="2147483826"/>
            <pc:sldLayoutMk cId="3986759611" sldId="2147483836"/>
          </pc:sldLayoutMkLst>
        </pc:sldLayoutChg>
        <pc:sldLayoutChg chg="setBg">
          <pc:chgData name="HasiBul Islam ShanTo" userId="bb3d2c95a3ec1f31" providerId="LiveId" clId="{8D1983CB-4C3E-4BBB-9CD5-0D5AA9D00875}" dt="2025-09-26T02:12:15.660" v="606"/>
          <pc:sldLayoutMkLst>
            <pc:docMk/>
            <pc:sldMasterMk cId="3873192800" sldId="2147483826"/>
            <pc:sldLayoutMk cId="578437986" sldId="2147483837"/>
          </pc:sldLayoutMkLst>
        </pc:sldLayoutChg>
        <pc:sldLayoutChg chg="setBg">
          <pc:chgData name="HasiBul Islam ShanTo" userId="bb3d2c95a3ec1f31" providerId="LiveId" clId="{8D1983CB-4C3E-4BBB-9CD5-0D5AA9D00875}" dt="2025-09-26T02:12:15.660" v="606"/>
          <pc:sldLayoutMkLst>
            <pc:docMk/>
            <pc:sldMasterMk cId="3873192800" sldId="2147483826"/>
            <pc:sldLayoutMk cId="4293908438" sldId="2147483838"/>
          </pc:sldLayoutMkLst>
        </pc:sldLayoutChg>
        <pc:sldLayoutChg chg="setBg">
          <pc:chgData name="HasiBul Islam ShanTo" userId="bb3d2c95a3ec1f31" providerId="LiveId" clId="{8D1983CB-4C3E-4BBB-9CD5-0D5AA9D00875}" dt="2025-09-26T02:12:15.660" v="606"/>
          <pc:sldLayoutMkLst>
            <pc:docMk/>
            <pc:sldMasterMk cId="3873192800" sldId="2147483826"/>
            <pc:sldLayoutMk cId="2231087020" sldId="2147483839"/>
          </pc:sldLayoutMkLst>
        </pc:sldLayoutChg>
        <pc:sldLayoutChg chg="setBg">
          <pc:chgData name="HasiBul Islam ShanTo" userId="bb3d2c95a3ec1f31" providerId="LiveId" clId="{8D1983CB-4C3E-4BBB-9CD5-0D5AA9D00875}" dt="2025-09-26T02:12:15.660" v="606"/>
          <pc:sldLayoutMkLst>
            <pc:docMk/>
            <pc:sldMasterMk cId="3873192800" sldId="2147483826"/>
            <pc:sldLayoutMk cId="1811501074" sldId="2147483840"/>
          </pc:sldLayoutMkLst>
        </pc:sldLayoutChg>
        <pc:sldLayoutChg chg="setBg">
          <pc:chgData name="HasiBul Islam ShanTo" userId="bb3d2c95a3ec1f31" providerId="LiveId" clId="{8D1983CB-4C3E-4BBB-9CD5-0D5AA9D00875}" dt="2025-09-26T02:12:15.660" v="606"/>
          <pc:sldLayoutMkLst>
            <pc:docMk/>
            <pc:sldMasterMk cId="3873192800" sldId="2147483826"/>
            <pc:sldLayoutMk cId="940416797" sldId="2147483841"/>
          </pc:sldLayoutMkLst>
        </pc:sldLayoutChg>
        <pc:sldLayoutChg chg="setBg">
          <pc:chgData name="HasiBul Islam ShanTo" userId="bb3d2c95a3ec1f31" providerId="LiveId" clId="{8D1983CB-4C3E-4BBB-9CD5-0D5AA9D00875}" dt="2025-09-26T02:12:15.660" v="606"/>
          <pc:sldLayoutMkLst>
            <pc:docMk/>
            <pc:sldMasterMk cId="3873192800" sldId="2147483826"/>
            <pc:sldLayoutMk cId="1968392724" sldId="2147483842"/>
          </pc:sldLayoutMkLst>
        </pc:sldLayoutChg>
        <pc:sldLayoutChg chg="setBg">
          <pc:chgData name="HasiBul Islam ShanTo" userId="bb3d2c95a3ec1f31" providerId="LiveId" clId="{8D1983CB-4C3E-4BBB-9CD5-0D5AA9D00875}" dt="2025-09-26T02:12:15.660" v="606"/>
          <pc:sldLayoutMkLst>
            <pc:docMk/>
            <pc:sldMasterMk cId="3873192800" sldId="2147483826"/>
            <pc:sldLayoutMk cId="2274499502" sldId="214748384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6F46691-4FDC-815D-0C91-8AF40B4160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1B2DC3-B190-A80A-BEE6-C720FB22890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14F07F-1572-48B9-B60F-630EE7D6ECAD}" type="datetimeFigureOut">
              <a:rPr lang="en-US" smtClean="0"/>
              <a:t>2025-09-27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02750D-40C4-E44C-548E-8ADC49C97B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4EF35-B914-8BB8-C4F3-0A7D54E2375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1A889-5C6A-41BC-932F-1D9E48CF7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694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361A5A-D361-4B39-AABB-8105D3A16AB4}" type="datetimeFigureOut">
              <a:rPr lang="en-US" smtClean="0"/>
              <a:t>2025-09-27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561D13-3524-4D65-8D69-3DFDDA72D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8800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61D13-3524-4D65-8D69-3DFDDA72DF2B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11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61D13-3524-4D65-8D69-3DFDDA72DF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37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4373-5F51-1A0D-DB33-98C3E8775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EAB88F-2CAA-5315-1E58-5409CAA62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A3BB4-4341-1EC0-746E-A597BAF4C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Saturday, 27 September,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AC4BA-A9CE-1C88-0963-59647347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2C889-4D0E-3FD4-B645-6BA4F255D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F8C1-533C-4993-B1F6-B7AE3F85A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80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9C063-E09C-72E2-A68F-F649496EF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0A7F5-B6F0-DDBC-846C-FE674289A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95F45-B8BC-82F1-CAB0-765D69BA6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Saturday, 27 September,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8FAEE-B925-410F-2761-E8DD9F746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EFA99-C16D-2FB5-1370-62495926C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F8C1-533C-4993-B1F6-B7AE3F85A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838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FCBF6-DABD-2EB3-DBCB-9A904BBD0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03849-3047-B408-BE4C-4C5938CE5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A4D97-D54B-41FA-E7D3-EC67E8816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Saturday, 27 September,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C5F17-397B-3869-EACF-22135D6D7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084EF-A4BF-5005-4708-58F2FFC57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F8C1-533C-4993-B1F6-B7AE3F85A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439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610D5-C2AE-5BBE-F640-6A4073BEB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EB499-9F49-3C17-508C-B6A259673D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C3584-C9A8-0718-6C9E-0DE7901BB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ED7CB-19B4-11BB-7281-F0A149691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Saturday, 27 September,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820E5-A710-634C-5FD6-65497556E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11C2E-D471-04CC-676D-C81D2F4FC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F8C1-533C-4993-B1F6-B7AE3F85A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354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C48F4-9A7F-18B8-54BD-95B1A1081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DB1AD-CB13-A950-723D-2563B996A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FE68D-E487-2C82-2340-9472BF533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25A884-7678-BEE2-2848-B51022DA46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A5FE4A-F597-BD28-BD4F-70A3BFFC13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4BDDE7-4F90-A7B8-2A26-43C08AB94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Saturday, 27 September,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6ACD3C-AF3D-3BDB-5C05-7D23EE0A8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2A93E6-BE76-65C2-2470-F6BCB9E2A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F8C1-533C-4993-B1F6-B7AE3F85A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2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DD5A8-114E-CB31-29AA-F191832C4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625005-8808-D621-ADAA-8050C8991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Saturday, 27 September,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1206F-C27A-1FD4-D531-4ECC7C557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5C18E-4531-2608-24D5-7A77E264B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F8C1-533C-4993-B1F6-B7AE3F85A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72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F196-031F-B4A5-12A9-C7C5DC771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Saturday, 27 September,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7B770A-3A45-FDF0-028B-530F30163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7F95B-80DB-1769-D52F-DB813D827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F8C1-533C-4993-B1F6-B7AE3F85A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1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E56BC-B09A-65CB-52BC-7AAF870FA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C93D2-FE8C-D3EE-684F-1A7926D13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B6039-84E7-BA37-A140-FD7F37485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833F9-0EAC-7027-31DF-26D0FB13C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Saturday, 27 September,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40EF0-E647-5628-F8D8-9C469F62C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C07C0-34AF-CEF2-85F7-4963E0AEE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F8C1-533C-4993-B1F6-B7AE3F85A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933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B9F84-458D-08FD-DC22-FF38C3A3B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831EAE-458C-2E95-81B8-7C7CD3896F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466F21-03DC-7EE8-857B-90A88C222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157F2-A3F7-F7ED-FE5D-3EBD6E3A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Saturday, 27 September,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E5776-ED4B-4532-AB11-AAE5055D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F8DDBC-3946-2CE0-CAA2-BFE720E99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F8C1-533C-4993-B1F6-B7AE3F85A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12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D7416-EA3F-8FB4-457A-7809BA8E6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BF773-6ECF-2231-C26C-17D56C499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A234A-6687-1FA4-5B89-320197D1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Saturday, 27 September,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74565-FC04-069C-73A9-3D3846CC2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9661E-4ADB-850F-A465-4715B2869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F8C1-533C-4993-B1F6-B7AE3F85A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66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4E6A25-5DBC-6C54-C414-4C15D44A1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C40D68-6A65-463C-7B26-400FE0965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CBF80-9171-F393-9A02-D93332DDC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Saturday, 27 September,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F89EE-EB50-6825-F458-A71F6E821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C72CF-4FED-5500-16A3-7D63E8500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F8C1-533C-4993-B1F6-B7AE3F85A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277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40957E-497A-CD04-DF38-B9556FB93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B7F2D-46CC-E17C-4B4D-70D1E7809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92428-98C8-D510-98F4-A9805DE040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Saturday, 27 September,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2392F-3FDF-69E7-1068-0F9CEC18F9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01D69-60AD-D7FB-0CCB-26D9ABE443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EF8C1-533C-4993-B1F6-B7AE3F85A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5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  <p:sldLayoutId id="214748388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DA5C3-801B-C850-D126-08B11837CA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2490" y="251546"/>
            <a:ext cx="9018493" cy="1586349"/>
          </a:xfrm>
        </p:spPr>
        <p:txBody>
          <a:bodyPr/>
          <a:lstStyle/>
          <a:p>
            <a:r>
              <a:rPr lang="en-US" sz="4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Integrity and Consistency in Distributed Database Systems</a:t>
            </a:r>
          </a:p>
        </p:txBody>
      </p:sp>
      <p:pic>
        <p:nvPicPr>
          <p:cNvPr id="1028" name="Picture 4" descr="DUET">
            <a:extLst>
              <a:ext uri="{FF2B5EF4-FFF2-40B4-BE49-F238E27FC236}">
                <a16:creationId xmlns:a16="http://schemas.microsoft.com/office/drawing/2014/main" id="{7ACE1CFD-E9F7-96F4-FB5D-7B922E190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4" y="451630"/>
            <a:ext cx="1334942" cy="1334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84D2E6-20BE-8D87-B415-40BB8A39CC92}"/>
              </a:ext>
            </a:extLst>
          </p:cNvPr>
          <p:cNvSpPr txBox="1"/>
          <p:nvPr/>
        </p:nvSpPr>
        <p:spPr>
          <a:xfrm>
            <a:off x="2429163" y="2967195"/>
            <a:ext cx="7333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u="sn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presentation for the course</a:t>
            </a:r>
            <a:r>
              <a:rPr lang="en-US" b="1" u="sn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Distributed Database System (6201)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BA1356-3FA7-53DB-0C97-B2CEF98399AA}"/>
              </a:ext>
            </a:extLst>
          </p:cNvPr>
          <p:cNvSpPr txBox="1"/>
          <p:nvPr/>
        </p:nvSpPr>
        <p:spPr>
          <a:xfrm>
            <a:off x="115164" y="6506006"/>
            <a:ext cx="2997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Saturday, 27 September, 2025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0F8E88E-B2A7-207E-177D-B935965D8D51}"/>
              </a:ext>
            </a:extLst>
          </p:cNvPr>
          <p:cNvCxnSpPr>
            <a:cxnSpLocks/>
          </p:cNvCxnSpPr>
          <p:nvPr/>
        </p:nvCxnSpPr>
        <p:spPr>
          <a:xfrm>
            <a:off x="1459346" y="1786572"/>
            <a:ext cx="8571345" cy="14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4C345B7-5464-BE21-4DF4-7A884D0D0E15}"/>
              </a:ext>
            </a:extLst>
          </p:cNvPr>
          <p:cNvSpPr txBox="1"/>
          <p:nvPr/>
        </p:nvSpPr>
        <p:spPr>
          <a:xfrm>
            <a:off x="3048000" y="64897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790"/>
              </a:spcBef>
              <a:buNone/>
            </a:pPr>
            <a:r>
              <a:rPr lang="en-US" sz="1800" b="1" i="0" u="none" strike="noStrike" dirty="0">
                <a:solidFill>
                  <a:srgbClr val="212529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Dhaka University of Science &amp; Technology</a:t>
            </a:r>
            <a:endParaRPr lang="en-US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FB6164-660A-A266-D782-BD20C02C98DB}"/>
              </a:ext>
            </a:extLst>
          </p:cNvPr>
          <p:cNvSpPr txBox="1"/>
          <p:nvPr/>
        </p:nvSpPr>
        <p:spPr>
          <a:xfrm>
            <a:off x="2657735" y="1773635"/>
            <a:ext cx="6466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Authors: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Hisham Ahmed Mahmoud &amp; Hajar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MaseehYasin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89CABE-FB6F-04CD-0E1E-34CC9EBF26D7}"/>
              </a:ext>
            </a:extLst>
          </p:cNvPr>
          <p:cNvSpPr txBox="1"/>
          <p:nvPr/>
        </p:nvSpPr>
        <p:spPr>
          <a:xfrm>
            <a:off x="2048352" y="2085591"/>
            <a:ext cx="7685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Journal: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Engineering and Technology Journal (Vol.10, Issue 05)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A4EC26-F8BF-F4C4-D9D6-53CC2127DA1C}"/>
              </a:ext>
            </a:extLst>
          </p:cNvPr>
          <p:cNvSpPr txBox="1"/>
          <p:nvPr/>
        </p:nvSpPr>
        <p:spPr>
          <a:xfrm>
            <a:off x="2842896" y="23920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Published: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May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57DC01-B36D-6BA9-D3CF-D773F00EB774}"/>
              </a:ext>
            </a:extLst>
          </p:cNvPr>
          <p:cNvSpPr txBox="1"/>
          <p:nvPr/>
        </p:nvSpPr>
        <p:spPr>
          <a:xfrm>
            <a:off x="2697018" y="3592440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Presented By: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algn="ctr"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Md Hasibul Islam Shanto </a:t>
            </a:r>
          </a:p>
          <a:p>
            <a:pPr algn="ctr"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Student ID: 20204011 </a:t>
            </a:r>
          </a:p>
          <a:p>
            <a:pPr algn="ctr">
              <a:buNone/>
            </a:pP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M.Engg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Dept of CSE</a:t>
            </a:r>
          </a:p>
          <a:p>
            <a:pPr algn="ctr">
              <a:buNone/>
            </a:pPr>
            <a:endParaRPr lang="en-US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buNone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Presented To:</a:t>
            </a:r>
          </a:p>
          <a:p>
            <a:pPr algn="ctr"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Dr. Md. Nasim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Akhta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Professor </a:t>
            </a:r>
          </a:p>
          <a:p>
            <a:pPr algn="ctr"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Department of CSE</a:t>
            </a:r>
          </a:p>
        </p:txBody>
      </p:sp>
    </p:spTree>
    <p:extLst>
      <p:ext uri="{BB962C8B-B14F-4D97-AF65-F5344CB8AC3E}">
        <p14:creationId xmlns:p14="http://schemas.microsoft.com/office/powerpoint/2010/main" val="615988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3F319-E614-9D5A-BBF6-6898FB470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8009"/>
          </a:xfrm>
        </p:spPr>
        <p:txBody>
          <a:bodyPr/>
          <a:lstStyle/>
          <a:p>
            <a:r>
              <a:rPr lang="en-US" sz="3600" b="1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2D50D-2D42-0573-8A29-BE7D74EAB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628045"/>
            <a:ext cx="8946541" cy="4195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Introduction - The Distributed Dilemma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Foundational Concepts                                           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The DDBI Project: A New Approach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Comparing Approaches to Integrity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Real-World Applications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Performance Metrics: DDBI vs. Traditional Systems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Performance Deep Dive: 2PC vs. Rule-Based Enforcement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Adaptability of Consistency Models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Conclusion and Future Directions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1DBC4-7355-3125-A095-4837D342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1"/>
          </a:solidFill>
        </p:spPr>
        <p:txBody>
          <a:bodyPr/>
          <a:lstStyle/>
          <a:p>
            <a:fld id="{A22EF8C1-533C-4993-B1F6-B7AE3F85A6D7}" type="slidenum">
              <a:rPr lang="en-US" b="1" spc="50" smtClean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</a:t>
            </a:fld>
            <a:endParaRPr lang="en-US" b="1" spc="50" dirty="0">
              <a:ln w="0"/>
              <a:solidFill>
                <a:schemeClr val="tx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0F5FA0-16A2-82A4-A51E-0B1E0E1DA47D}"/>
              </a:ext>
            </a:extLst>
          </p:cNvPr>
          <p:cNvCxnSpPr>
            <a:cxnSpLocks/>
          </p:cNvCxnSpPr>
          <p:nvPr/>
        </p:nvCxnSpPr>
        <p:spPr>
          <a:xfrm>
            <a:off x="55416" y="1200727"/>
            <a:ext cx="120257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194819C-9FE0-0CA4-4301-417D333C51DD}"/>
              </a:ext>
            </a:extLst>
          </p:cNvPr>
          <p:cNvSpPr txBox="1"/>
          <p:nvPr/>
        </p:nvSpPr>
        <p:spPr>
          <a:xfrm>
            <a:off x="3048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790"/>
              </a:spcBef>
              <a:buNone/>
            </a:pPr>
            <a:r>
              <a:rPr lang="en-US" sz="1800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Dhaka University of Science &amp; Technology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95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173B9-55F0-D14E-AE4D-1AF861B64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7A9F0-DF44-F46B-F0FF-CF253D47B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800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Introduction - The Distributed Dilemma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38F0D-6873-3722-4E81-A390AA583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628045"/>
            <a:ext cx="8946541" cy="4195481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Century Gothic (Headings)"/>
              </a:rPr>
              <a:t>The Shift</a:t>
            </a:r>
            <a:r>
              <a:rPr lang="en-US" sz="1800" dirty="0">
                <a:latin typeface="Century Gothic (Headings)"/>
              </a:rPr>
              <a:t>: Traditional centralized databases are giving way to distributed systems for scalability, availability, and local autonomy.</a:t>
            </a:r>
          </a:p>
          <a:p>
            <a:r>
              <a:rPr lang="en-US" sz="1800" b="1" dirty="0">
                <a:latin typeface="Century Gothic (Headings)"/>
              </a:rPr>
              <a:t>The Challenge</a:t>
            </a:r>
            <a:r>
              <a:rPr lang="en-US" sz="1800" dirty="0">
                <a:latin typeface="Century Gothic (Headings)"/>
              </a:rPr>
              <a:t>: How do we maintain a consistent and accurate view of data across geographically and logically separated nodes.</a:t>
            </a:r>
          </a:p>
          <a:p>
            <a:r>
              <a:rPr lang="en-US" sz="1800" b="1" dirty="0">
                <a:latin typeface="Century Gothic (Headings)"/>
              </a:rPr>
              <a:t>Key Areas of Focus</a:t>
            </a:r>
            <a:r>
              <a:rPr lang="en-US" sz="1800" dirty="0">
                <a:latin typeface="Century Gothic (Headings)"/>
              </a:rPr>
              <a:t>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entury Gothic (Headings)"/>
              </a:rPr>
              <a:t>The pioneering Database Integrity (DDBI) project.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entury Gothic (Headings)"/>
              </a:rPr>
              <a:t>A comparison of consistency models.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entury Gothic (Headings)"/>
              </a:rPr>
              <a:t>Performance trade-offs in distributed systems.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5CBE5-7849-C986-C5BC-5CF5D1982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1"/>
          </a:solidFill>
        </p:spPr>
        <p:txBody>
          <a:bodyPr/>
          <a:lstStyle/>
          <a:p>
            <a:fld id="{A22EF8C1-533C-4993-B1F6-B7AE3F85A6D7}" type="slidenum">
              <a:rPr lang="en-US" b="1" spc="50" smtClean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</a:t>
            </a:fld>
            <a:endParaRPr lang="en-US" b="1" spc="50" dirty="0">
              <a:ln w="0"/>
              <a:solidFill>
                <a:schemeClr val="tx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32EB74-A0E5-3262-4B5C-5251A906BD09}"/>
              </a:ext>
            </a:extLst>
          </p:cNvPr>
          <p:cNvCxnSpPr>
            <a:cxnSpLocks/>
          </p:cNvCxnSpPr>
          <p:nvPr/>
        </p:nvCxnSpPr>
        <p:spPr>
          <a:xfrm>
            <a:off x="55416" y="1200727"/>
            <a:ext cx="120257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D65570B-3800-9506-C784-B5148AADB75D}"/>
              </a:ext>
            </a:extLst>
          </p:cNvPr>
          <p:cNvSpPr txBox="1"/>
          <p:nvPr/>
        </p:nvSpPr>
        <p:spPr>
          <a:xfrm>
            <a:off x="3048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790"/>
              </a:spcBef>
              <a:buNone/>
            </a:pPr>
            <a:r>
              <a:rPr lang="en-US" sz="1800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Dhaka University of Science &amp; Technology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41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2B337-F359-C152-C7C0-479C44415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1629D-B410-3293-D97F-90F488392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800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Foundational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2F1D7-7ED3-FC19-5E3F-B299593F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628045"/>
            <a:ext cx="8946541" cy="4195481"/>
          </a:xfrm>
        </p:spPr>
        <p:txBody>
          <a:bodyPr>
            <a:normAutofit/>
          </a:bodyPr>
          <a:lstStyle/>
          <a:p>
            <a:r>
              <a:rPr lang="en-US" sz="1800" b="1" dirty="0"/>
              <a:t>ACID Properties</a:t>
            </a:r>
            <a:r>
              <a:rPr lang="en-US" sz="1800" dirty="0"/>
              <a:t>: (Atomicity, Consistency, Isolation, Durability) - The gold standard for database transactions, but more complex to enforce in a distributed environment.</a:t>
            </a:r>
          </a:p>
          <a:p>
            <a:r>
              <a:rPr lang="en-US" sz="1800" b="1" dirty="0"/>
              <a:t>CAP Theorem</a:t>
            </a:r>
            <a:r>
              <a:rPr lang="en-US" sz="1800" dirty="0"/>
              <a:t>: A fundamental trade-off. You can only pick two of three guarantees: Consistency, Availability, and Partition Tolerance.</a:t>
            </a:r>
          </a:p>
          <a:p>
            <a:r>
              <a:rPr lang="en-US" sz="1800" b="1" dirty="0"/>
              <a:t>Two-Phase Commit (2PC):</a:t>
            </a:r>
            <a:r>
              <a:rPr lang="en-US" sz="1800" dirty="0"/>
              <a:t> A classic protocol to ensure all nodes either commit or abort together. It's safe but can be slow and prone to blocking.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AB56F-3D4B-32BF-059E-F80D746C5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F8C1-533C-4993-B1F6-B7AE3F85A6D7}" type="slidenum">
              <a:rPr lang="en-US" b="1" spc="50" smtClean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3</a:t>
            </a:fld>
            <a:endParaRPr lang="en-US" b="1" spc="50" dirty="0">
              <a:ln w="0"/>
              <a:solidFill>
                <a:schemeClr val="tx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889DB0-C3B6-AAD1-5ADE-8D56442433E3}"/>
              </a:ext>
            </a:extLst>
          </p:cNvPr>
          <p:cNvCxnSpPr>
            <a:cxnSpLocks/>
          </p:cNvCxnSpPr>
          <p:nvPr/>
        </p:nvCxnSpPr>
        <p:spPr>
          <a:xfrm>
            <a:off x="55416" y="1200727"/>
            <a:ext cx="120257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D48C1D5-7B42-75C3-CB76-09615D9E18FE}"/>
              </a:ext>
            </a:extLst>
          </p:cNvPr>
          <p:cNvSpPr txBox="1"/>
          <p:nvPr/>
        </p:nvSpPr>
        <p:spPr>
          <a:xfrm>
            <a:off x="3048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790"/>
              </a:spcBef>
              <a:buNone/>
            </a:pPr>
            <a:r>
              <a:rPr lang="en-US" sz="1800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Dhaka University of Science &amp; Technology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100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3679D-63E3-78E3-973B-5D945C166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6ADC3-EEC2-ED0B-2B65-598BB2D6A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800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The DDBI Project: A New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135D2-E26F-BC5D-33E7-BBB2BEC2D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628045"/>
            <a:ext cx="8946541" cy="4195481"/>
          </a:xfrm>
        </p:spPr>
        <p:txBody>
          <a:bodyPr>
            <a:noAutofit/>
          </a:bodyPr>
          <a:lstStyle/>
          <a:p>
            <a:r>
              <a:rPr lang="en-US" sz="1800" b="1" dirty="0"/>
              <a:t>What is it?</a:t>
            </a:r>
            <a:r>
              <a:rPr lang="en-US" sz="1800" dirty="0"/>
              <a:t> A research project by SRI International to address data integrity in mission-critical, real-time systems (like Command, Control &amp; Communication).</a:t>
            </a:r>
          </a:p>
          <a:p>
            <a:r>
              <a:rPr lang="en-US" sz="1800" b="1" dirty="0"/>
              <a:t>Key Innovations:</a:t>
            </a:r>
            <a:endParaRPr lang="en-US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Rule-Based Enforcement:</a:t>
            </a:r>
            <a:r>
              <a:rPr lang="en-US" dirty="0"/>
              <a:t> Defining integrity rules (e.g., "a balance cannot be negative") directly within the database.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Active Triggers:</a:t>
            </a:r>
            <a:r>
              <a:rPr lang="en-US" dirty="0"/>
              <a:t> Instead of waiting for a central check, the database </a:t>
            </a:r>
            <a:r>
              <a:rPr lang="en-US" i="1" dirty="0"/>
              <a:t>reacts instantly</a:t>
            </a:r>
            <a:r>
              <a:rPr lang="en-US" dirty="0"/>
              <a:t> to events and updates to enforce these rules locally.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Multi-Version Concurrency Control (MVCC):</a:t>
            </a:r>
            <a:r>
              <a:rPr lang="en-US" dirty="0"/>
              <a:t> Keeps a history of data changes, allowing for easier rollbacks and auditing without locking data.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Intelligent Management Objects (IMOs):</a:t>
            </a:r>
            <a:r>
              <a:rPr lang="en-US" dirty="0"/>
              <a:t> Adds another layer of autonomous control for managing consistency.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2BDEA-EB4B-44B3-7FD8-355D61FF1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F8C1-533C-4993-B1F6-B7AE3F85A6D7}" type="slidenum">
              <a:rPr lang="en-US" b="1" spc="5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4</a:t>
            </a:fld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369DFF-E0DD-05C8-B813-75554427BF4D}"/>
              </a:ext>
            </a:extLst>
          </p:cNvPr>
          <p:cNvCxnSpPr>
            <a:cxnSpLocks/>
          </p:cNvCxnSpPr>
          <p:nvPr/>
        </p:nvCxnSpPr>
        <p:spPr>
          <a:xfrm>
            <a:off x="55416" y="1200727"/>
            <a:ext cx="120257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DDEFC1-55CB-AE5A-C272-79D188361D1E}"/>
              </a:ext>
            </a:extLst>
          </p:cNvPr>
          <p:cNvSpPr txBox="1"/>
          <p:nvPr/>
        </p:nvSpPr>
        <p:spPr>
          <a:xfrm>
            <a:off x="3048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790"/>
              </a:spcBef>
              <a:buNone/>
            </a:pPr>
            <a:r>
              <a:rPr lang="en-US" sz="1800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Dhaka University of Science &amp; Technology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17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444D4-2EF8-0B5D-AFD8-990699F97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098AF-EF32-0072-D8B8-060771DA3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800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Comparing Approaches to Integrity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79BD7C3-D6E3-81F4-5403-47405DB8BC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3071891"/>
              </p:ext>
            </p:extLst>
          </p:nvPr>
        </p:nvGraphicFramePr>
        <p:xfrm>
          <a:off x="1104900" y="2125702"/>
          <a:ext cx="8945564" cy="3200320"/>
        </p:xfrm>
        <a:graphic>
          <a:graphicData uri="http://schemas.openxmlformats.org/drawingml/2006/table">
            <a:tbl>
              <a:tblPr/>
              <a:tblGrid>
                <a:gridCol w="2236391">
                  <a:extLst>
                    <a:ext uri="{9D8B030D-6E8A-4147-A177-3AD203B41FA5}">
                      <a16:colId xmlns:a16="http://schemas.microsoft.com/office/drawing/2014/main" val="1902322812"/>
                    </a:ext>
                  </a:extLst>
                </a:gridCol>
                <a:gridCol w="2236391">
                  <a:extLst>
                    <a:ext uri="{9D8B030D-6E8A-4147-A177-3AD203B41FA5}">
                      <a16:colId xmlns:a16="http://schemas.microsoft.com/office/drawing/2014/main" val="1483629361"/>
                    </a:ext>
                  </a:extLst>
                </a:gridCol>
                <a:gridCol w="2236391">
                  <a:extLst>
                    <a:ext uri="{9D8B030D-6E8A-4147-A177-3AD203B41FA5}">
                      <a16:colId xmlns:a16="http://schemas.microsoft.com/office/drawing/2014/main" val="3446595463"/>
                    </a:ext>
                  </a:extLst>
                </a:gridCol>
                <a:gridCol w="2236391">
                  <a:extLst>
                    <a:ext uri="{9D8B030D-6E8A-4147-A177-3AD203B41FA5}">
                      <a16:colId xmlns:a16="http://schemas.microsoft.com/office/drawing/2014/main" val="3070598920"/>
                    </a:ext>
                  </a:extLst>
                </a:gridCol>
              </a:tblGrid>
              <a:tr h="639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Feature</a:t>
                      </a:r>
                    </a:p>
                  </a:txBody>
                  <a:tcPr marL="91424" marR="91424" marT="45712" marB="45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Two-Phase Commit (2PC)</a:t>
                      </a:r>
                    </a:p>
                  </a:txBody>
                  <a:tcPr marL="91424" marR="91424" marT="45712" marB="45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Eventual Consistency</a:t>
                      </a:r>
                    </a:p>
                  </a:txBody>
                  <a:tcPr marL="91424" marR="91424" marT="45712" marB="45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DDBI Project</a:t>
                      </a:r>
                    </a:p>
                  </a:txBody>
                  <a:tcPr marL="91424" marR="91424" marT="45712" marB="45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064034"/>
                  </a:ext>
                </a:extLst>
              </a:tr>
              <a:tr h="639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Primary Goal</a:t>
                      </a:r>
                      <a:endParaRPr lang="en-US" sz="1800" dirty="0"/>
                    </a:p>
                  </a:txBody>
                  <a:tcPr marL="91424" marR="91424" marT="45712" marB="45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Strong Consistency</a:t>
                      </a:r>
                    </a:p>
                  </a:txBody>
                  <a:tcPr marL="91424" marR="91424" marT="45712" marB="45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High Availability</a:t>
                      </a:r>
                    </a:p>
                  </a:txBody>
                  <a:tcPr marL="91424" marR="91424" marT="45712" marB="45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Hybrid/Adaptive Consistency</a:t>
                      </a:r>
                    </a:p>
                  </a:txBody>
                  <a:tcPr marL="91424" marR="91424" marT="45712" marB="45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963382"/>
                  </a:ext>
                </a:extLst>
              </a:tr>
              <a:tr h="639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Mechanism</a:t>
                      </a:r>
                      <a:endParaRPr lang="en-US" sz="1800"/>
                    </a:p>
                  </a:txBody>
                  <a:tcPr marL="91424" marR="91424" marT="45712" marB="45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Global Coordinator</a:t>
                      </a:r>
                    </a:p>
                  </a:txBody>
                  <a:tcPr marL="91424" marR="91424" marT="45712" marB="45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Data Replication</a:t>
                      </a:r>
                    </a:p>
                  </a:txBody>
                  <a:tcPr marL="91424" marR="91424" marT="45712" marB="45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Active Rules &amp; Triggers</a:t>
                      </a:r>
                    </a:p>
                  </a:txBody>
                  <a:tcPr marL="91424" marR="91424" marT="45712" marB="45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356941"/>
                  </a:ext>
                </a:extLst>
              </a:tr>
              <a:tr h="639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Latency</a:t>
                      </a:r>
                      <a:endParaRPr lang="en-US" sz="1800"/>
                    </a:p>
                  </a:txBody>
                  <a:tcPr marL="91424" marR="91424" marT="45712" marB="45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High</a:t>
                      </a:r>
                    </a:p>
                  </a:txBody>
                  <a:tcPr marL="91424" marR="91424" marT="45712" marB="45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Low</a:t>
                      </a:r>
                    </a:p>
                  </a:txBody>
                  <a:tcPr marL="91424" marR="91424" marT="45712" marB="45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Moderate (but responsive)</a:t>
                      </a:r>
                    </a:p>
                  </a:txBody>
                  <a:tcPr marL="91424" marR="91424" marT="45712" marB="45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306730"/>
                  </a:ext>
                </a:extLst>
              </a:tr>
              <a:tr h="639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Best For</a:t>
                      </a:r>
                      <a:endParaRPr lang="en-US" sz="1800"/>
                    </a:p>
                  </a:txBody>
                  <a:tcPr marL="91424" marR="91424" marT="45712" marB="45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Financial Transactions</a:t>
                      </a:r>
                    </a:p>
                  </a:txBody>
                  <a:tcPr marL="91424" marR="91424" marT="45712" marB="45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Social Media Feeds</a:t>
                      </a:r>
                    </a:p>
                  </a:txBody>
                  <a:tcPr marL="91424" marR="91424" marT="45712" marB="45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Mission-Critical Systems</a:t>
                      </a:r>
                    </a:p>
                  </a:txBody>
                  <a:tcPr marL="91424" marR="91424" marT="45712" marB="45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046911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7905E-B2C9-E98D-5AE0-69C19B3D1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F8C1-533C-4993-B1F6-B7AE3F85A6D7}" type="slidenum">
              <a:rPr lang="en-US" b="1" spc="50" smtClean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5</a:t>
            </a:fld>
            <a:endParaRPr lang="en-US" b="1" spc="50" dirty="0">
              <a:ln w="0"/>
              <a:solidFill>
                <a:schemeClr val="tx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B434A8-0997-BCB3-8E74-3531AC3AF4AE}"/>
              </a:ext>
            </a:extLst>
          </p:cNvPr>
          <p:cNvCxnSpPr>
            <a:cxnSpLocks/>
          </p:cNvCxnSpPr>
          <p:nvPr/>
        </p:nvCxnSpPr>
        <p:spPr>
          <a:xfrm>
            <a:off x="55416" y="1200727"/>
            <a:ext cx="120257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C1A32F3-1CFD-05CE-BC19-37994559CE0A}"/>
              </a:ext>
            </a:extLst>
          </p:cNvPr>
          <p:cNvSpPr txBox="1"/>
          <p:nvPr/>
        </p:nvSpPr>
        <p:spPr>
          <a:xfrm>
            <a:off x="3048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790"/>
              </a:spcBef>
              <a:buNone/>
            </a:pPr>
            <a:r>
              <a:rPr lang="en-US" sz="1800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Dhaka University of Science &amp; Technology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255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450C3-7BC0-3D1F-A2C7-E9C60B51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3CB50-5884-BA4A-4CC2-11323E17B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800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Real-World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9FB3E-AB58-4F13-D2FE-298B8722F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628045"/>
            <a:ext cx="8946541" cy="4195481"/>
          </a:xfrm>
        </p:spPr>
        <p:txBody>
          <a:bodyPr>
            <a:noAutofit/>
          </a:bodyPr>
          <a:lstStyle/>
          <a:p>
            <a:r>
              <a:rPr lang="en-US" sz="1800" b="1" dirty="0"/>
              <a:t>Strong Consistency (2PC): </a:t>
            </a:r>
            <a:r>
              <a:rPr lang="en-US" sz="1800" dirty="0"/>
              <a:t>Bank Transfer</a:t>
            </a:r>
          </a:p>
          <a:p>
            <a:pPr marL="457200" lvl="1" indent="0">
              <a:buNone/>
            </a:pPr>
            <a:r>
              <a:rPr lang="en-US" sz="1800" dirty="0"/>
              <a:t>You can't have the money leave one account but not arrive in the other. Every node must agree. Latency is acceptable for this level of safety.</a:t>
            </a:r>
          </a:p>
          <a:p>
            <a:r>
              <a:rPr lang="en-US" sz="1800" b="1" dirty="0"/>
              <a:t>Eventual Consistency</a:t>
            </a:r>
            <a:r>
              <a:rPr lang="en-US" sz="1800" dirty="0"/>
              <a:t>: Social Media Likes</a:t>
            </a:r>
          </a:p>
          <a:p>
            <a:pPr marL="457200" lvl="1" indent="0">
              <a:buNone/>
            </a:pPr>
            <a:r>
              <a:rPr lang="en-US" sz="1800" dirty="0"/>
              <a:t>If you see 100 likes and your friend sees 101 for a few seconds, the system is still usable. Availability and performance are more important than perfect, instant consistency.</a:t>
            </a:r>
          </a:p>
          <a:p>
            <a:r>
              <a:rPr lang="en-US" sz="1800" b="1" dirty="0"/>
              <a:t>Hybrid/Adaptive (DDBI): </a:t>
            </a:r>
            <a:r>
              <a:rPr lang="en-US" sz="1800" dirty="0"/>
              <a:t>Air Traffic Control</a:t>
            </a:r>
          </a:p>
          <a:p>
            <a:pPr marL="457200" lvl="1" indent="0">
              <a:buNone/>
            </a:pPr>
            <a:r>
              <a:rPr lang="en-US" sz="1800" dirty="0"/>
              <a:t>You need real-time, consistent data on plane locations (no stale data allowed!), but you also can't afford for the system to lock up or become unavailable. DDBI's responsive, rule-based model is a perfect fit here.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872B3-413C-0FD8-D33A-FF93134A6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F8C1-533C-4993-B1F6-B7AE3F85A6D7}" type="slidenum">
              <a:rPr lang="en-US" b="1" spc="50" smtClean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6</a:t>
            </a:fld>
            <a:endParaRPr lang="en-US" b="1" spc="50" dirty="0">
              <a:ln w="0"/>
              <a:solidFill>
                <a:schemeClr val="tx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9C955F-3C4D-33B2-B2E8-E7F9E2ECD4DA}"/>
              </a:ext>
            </a:extLst>
          </p:cNvPr>
          <p:cNvCxnSpPr>
            <a:cxnSpLocks/>
          </p:cNvCxnSpPr>
          <p:nvPr/>
        </p:nvCxnSpPr>
        <p:spPr>
          <a:xfrm>
            <a:off x="55416" y="1200727"/>
            <a:ext cx="120257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F25CD62-4D51-43BF-ABA1-12D07FD29354}"/>
              </a:ext>
            </a:extLst>
          </p:cNvPr>
          <p:cNvSpPr txBox="1"/>
          <p:nvPr/>
        </p:nvSpPr>
        <p:spPr>
          <a:xfrm>
            <a:off x="3048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790"/>
              </a:spcBef>
              <a:buNone/>
            </a:pPr>
            <a:r>
              <a:rPr lang="en-US" sz="1800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Dhaka University of Science &amp; Technology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941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B8DAD-FCA7-E556-E908-9B7B7AB5B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585DA-71EE-3121-5B63-7C52D43AB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800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Performance Metrics: DDBI vs. Traditional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EB8D2-8119-4283-BBAB-17CD4D77F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4708336"/>
            <a:ext cx="8946541" cy="129246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800" u="sng" dirty="0"/>
              <a:t>DDBI demonstrates clear advantages in several key areas:</a:t>
            </a:r>
          </a:p>
          <a:p>
            <a:r>
              <a:rPr lang="en-US" sz="1800" b="1" dirty="0"/>
              <a:t>Transaction Success Rate:</a:t>
            </a:r>
            <a:r>
              <a:rPr lang="en-US" sz="1800" dirty="0"/>
              <a:t> More operations complete successfully.</a:t>
            </a:r>
          </a:p>
          <a:p>
            <a:r>
              <a:rPr lang="en-US" sz="1800" b="1" dirty="0"/>
              <a:t>Trigger Response Time:</a:t>
            </a:r>
            <a:r>
              <a:rPr lang="en-US" sz="1800" dirty="0"/>
              <a:t> The system reacts to changes almost instantly.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527D2-D499-043F-0168-3B26384EE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F8C1-533C-4993-B1F6-B7AE3F85A6D7}" type="slidenum">
              <a:rPr lang="en-US" b="1" spc="50" smtClean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7</a:t>
            </a:fld>
            <a:endParaRPr lang="en-US" b="1" spc="50" dirty="0">
              <a:ln w="0"/>
              <a:solidFill>
                <a:schemeClr val="tx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B784CA-16CB-0A25-8D30-D18D54C42024}"/>
              </a:ext>
            </a:extLst>
          </p:cNvPr>
          <p:cNvCxnSpPr>
            <a:cxnSpLocks/>
          </p:cNvCxnSpPr>
          <p:nvPr/>
        </p:nvCxnSpPr>
        <p:spPr>
          <a:xfrm>
            <a:off x="55416" y="1200727"/>
            <a:ext cx="120257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22E2505-8AD8-9DA1-FA98-0206515B0A06}"/>
              </a:ext>
            </a:extLst>
          </p:cNvPr>
          <p:cNvSpPr txBox="1"/>
          <p:nvPr/>
        </p:nvSpPr>
        <p:spPr>
          <a:xfrm>
            <a:off x="3048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790"/>
              </a:spcBef>
              <a:buNone/>
            </a:pPr>
            <a:r>
              <a:rPr lang="en-US" sz="1800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Dhaka University of Science &amp; Technology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93DD95-C132-A800-7443-E23298A88B9F}"/>
              </a:ext>
            </a:extLst>
          </p:cNvPr>
          <p:cNvSpPr txBox="1"/>
          <p:nvPr/>
        </p:nvSpPr>
        <p:spPr>
          <a:xfrm>
            <a:off x="769496" y="4075793"/>
            <a:ext cx="96161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highlight>
                  <a:srgbClr val="C0C0C0"/>
                </a:highlight>
              </a:rPr>
              <a:t>Figure 2: Transaction Success Rate, Response Time, Violation Rate, Availability, and Rollback Accuracy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3C1077-EDDB-378F-D0F4-5F146D56E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333" y="1479543"/>
            <a:ext cx="6394278" cy="259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224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E0B63-359F-A29F-0713-DB653D42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8FCA9-8726-FA05-435A-A7E0F0568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800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Performance Metrics: DDBI vs. Traditional Systems (Cont.)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657D4-1D56-D4DB-69BA-BA9471251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4694830"/>
            <a:ext cx="8946541" cy="11286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u="sng" dirty="0"/>
              <a:t>DDBI demonstrates clear advantages in several key areas:</a:t>
            </a:r>
            <a:endParaRPr lang="en-US" sz="1800" b="1" dirty="0"/>
          </a:p>
          <a:p>
            <a:r>
              <a:rPr lang="en-US" sz="1800" b="1" dirty="0"/>
              <a:t>Consistency Violation Rate:</a:t>
            </a:r>
            <a:r>
              <a:rPr lang="en-US" sz="1800" dirty="0"/>
              <a:t> Far fewer data integrity errors occur.</a:t>
            </a:r>
          </a:p>
          <a:p>
            <a:r>
              <a:rPr lang="en-US" sz="1800" b="1" dirty="0"/>
              <a:t>System Availability:</a:t>
            </a:r>
            <a:r>
              <a:rPr lang="en-US" sz="1800" dirty="0"/>
              <a:t> The system remains online and responsive more often.</a:t>
            </a:r>
          </a:p>
          <a:p>
            <a:endParaRPr lang="en-US" sz="1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392BF-CB93-FCAB-462B-75A9A0E9F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4248" y="6356350"/>
            <a:ext cx="2743200" cy="365125"/>
          </a:xfrm>
        </p:spPr>
        <p:txBody>
          <a:bodyPr/>
          <a:lstStyle/>
          <a:p>
            <a:fld id="{A22EF8C1-533C-4993-B1F6-B7AE3F85A6D7}" type="slidenum">
              <a:rPr lang="en-US" b="1" spc="50" smtClean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8</a:t>
            </a:fld>
            <a:endParaRPr lang="en-US" b="1" spc="50" dirty="0">
              <a:ln w="0"/>
              <a:solidFill>
                <a:schemeClr val="tx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BAAE8C-4E83-62A7-B62E-35314FF3A484}"/>
              </a:ext>
            </a:extLst>
          </p:cNvPr>
          <p:cNvCxnSpPr>
            <a:cxnSpLocks/>
          </p:cNvCxnSpPr>
          <p:nvPr/>
        </p:nvCxnSpPr>
        <p:spPr>
          <a:xfrm>
            <a:off x="55416" y="1200727"/>
            <a:ext cx="120257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81A80BF-6A71-5649-0C07-1FAB8DD367F2}"/>
              </a:ext>
            </a:extLst>
          </p:cNvPr>
          <p:cNvSpPr txBox="1"/>
          <p:nvPr/>
        </p:nvSpPr>
        <p:spPr>
          <a:xfrm>
            <a:off x="3048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790"/>
              </a:spcBef>
              <a:buNone/>
            </a:pPr>
            <a:r>
              <a:rPr lang="en-US" sz="1800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Dhaka University of Science &amp; Technology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B532E1-CDF9-97F2-BF20-14AF3A256798}"/>
              </a:ext>
            </a:extLst>
          </p:cNvPr>
          <p:cNvSpPr txBox="1"/>
          <p:nvPr/>
        </p:nvSpPr>
        <p:spPr>
          <a:xfrm>
            <a:off x="769496" y="4075793"/>
            <a:ext cx="96161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highlight>
                  <a:srgbClr val="C0C0C0"/>
                </a:highlight>
              </a:rPr>
              <a:t>Figure 2: Transaction Success Rate, Response Time, Violation Rate, Availability, and Rollback Accuracy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16B67B-994D-CF47-5259-EFF669DD8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333" y="1479543"/>
            <a:ext cx="6394278" cy="259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281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8479B-D570-A217-21C7-A256F1918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6F537-8DE7-1005-49EB-AA9D92081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800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Performance Deep Dive: 2PC vs. Rule-Based Enforcement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56ED9-539D-001C-59FF-BA3105932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4354601"/>
            <a:ext cx="8946541" cy="1709314"/>
          </a:xfrm>
        </p:spPr>
        <p:txBody>
          <a:bodyPr>
            <a:normAutofit/>
          </a:bodyPr>
          <a:lstStyle/>
          <a:p>
            <a:r>
              <a:rPr lang="en-US" sz="1800" b="1" dirty="0"/>
              <a:t>Blocking Probability</a:t>
            </a:r>
            <a:r>
              <a:rPr lang="en-US" sz="1800" dirty="0"/>
              <a:t>: Rule-based systems have a near-zero blocking probability.</a:t>
            </a:r>
          </a:p>
          <a:p>
            <a:r>
              <a:rPr lang="en-US" sz="1800" b="1" dirty="0"/>
              <a:t>Commit Latency</a:t>
            </a:r>
            <a:r>
              <a:rPr lang="en-US" sz="1800" dirty="0"/>
              <a:t>: The time to finalize a transaction is significantly lower.</a:t>
            </a:r>
          </a:p>
          <a:p>
            <a:r>
              <a:rPr lang="en-US" sz="1800" b="1" dirty="0"/>
              <a:t>Throughput</a:t>
            </a:r>
            <a:r>
              <a:rPr lang="en-US" sz="1800" dirty="0"/>
              <a:t>: DDBI can handle a much higher volume of transactions per second.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F4020-1827-CB15-C7EE-9DD0930EA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F8C1-533C-4993-B1F6-B7AE3F85A6D7}" type="slidenum">
              <a:rPr lang="en-US" b="1" spc="50" smtClean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9</a:t>
            </a:fld>
            <a:endParaRPr lang="en-US" b="1" spc="50" dirty="0">
              <a:ln w="0"/>
              <a:solidFill>
                <a:schemeClr val="tx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0146EA-15F8-B6AA-C5BF-BFA192024C67}"/>
              </a:ext>
            </a:extLst>
          </p:cNvPr>
          <p:cNvCxnSpPr>
            <a:cxnSpLocks/>
          </p:cNvCxnSpPr>
          <p:nvPr/>
        </p:nvCxnSpPr>
        <p:spPr>
          <a:xfrm>
            <a:off x="55416" y="1200727"/>
            <a:ext cx="120257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BB5805D-56BC-7EAD-1ACB-9CEBD30C7B4E}"/>
              </a:ext>
            </a:extLst>
          </p:cNvPr>
          <p:cNvSpPr txBox="1"/>
          <p:nvPr/>
        </p:nvSpPr>
        <p:spPr>
          <a:xfrm>
            <a:off x="3048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790"/>
              </a:spcBef>
              <a:buNone/>
            </a:pPr>
            <a:r>
              <a:rPr lang="en-US" sz="1800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Dhaka University of Science &amp; Technology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94F60D-E46A-7707-AD78-332B0481024F}"/>
              </a:ext>
            </a:extLst>
          </p:cNvPr>
          <p:cNvSpPr txBox="1"/>
          <p:nvPr/>
        </p:nvSpPr>
        <p:spPr>
          <a:xfrm>
            <a:off x="2028794" y="4052276"/>
            <a:ext cx="70975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ighlight>
                  <a:srgbClr val="C0C0C0"/>
                </a:highlight>
              </a:rPr>
              <a:t>Figure 3: Latency, Throughput, and Abort Rate Comparison Between 2PC and </a:t>
            </a:r>
            <a:r>
              <a:rPr lang="en-US" sz="1200" dirty="0" err="1">
                <a:highlight>
                  <a:srgbClr val="C0C0C0"/>
                </a:highlight>
              </a:rPr>
              <a:t>DDBIAccuracy</a:t>
            </a:r>
            <a:endParaRPr lang="en-US" sz="1200" dirty="0">
              <a:highlight>
                <a:srgbClr val="C0C0C0"/>
              </a:highligh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35B7F4-01A3-7038-FE7B-FD07C1AFA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334" y="1479541"/>
            <a:ext cx="6394278" cy="259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716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0592A-8693-629D-D735-5BCBBD393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A5378-574F-56B6-FCE4-60722A55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800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Adaptability of Consistency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6927A-5BE7-B4C0-73BF-AD10AF0D5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4637627"/>
            <a:ext cx="8946541" cy="162316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u="sng" dirty="0"/>
              <a:t>This chart rates different models on </a:t>
            </a:r>
            <a:r>
              <a:rPr lang="en-US" sz="1800" u="sng"/>
              <a:t>their adaptability:</a:t>
            </a:r>
            <a:endParaRPr lang="en-US" sz="1800" u="sng" dirty="0"/>
          </a:p>
          <a:p>
            <a:r>
              <a:rPr lang="en-US" sz="1800" b="1" dirty="0"/>
              <a:t>Strong Consistency:</a:t>
            </a:r>
            <a:r>
              <a:rPr lang="en-US" sz="1800" dirty="0"/>
              <a:t> Rigid and less adaptable.</a:t>
            </a:r>
          </a:p>
          <a:p>
            <a:r>
              <a:rPr lang="en-US" sz="1800" b="1" dirty="0"/>
              <a:t>Eventual Consistency:</a:t>
            </a:r>
            <a:r>
              <a:rPr lang="en-US" sz="1800" dirty="0"/>
              <a:t> Very flexible, but at the cost of accuracy.</a:t>
            </a:r>
          </a:p>
          <a:p>
            <a:r>
              <a:rPr lang="en-US" sz="1800" b="1" dirty="0"/>
              <a:t>DDBI Hybrid Framework:</a:t>
            </a:r>
            <a:r>
              <a:rPr lang="en-US" sz="1800" dirty="0"/>
              <a:t> The most adaptable, providing a balance of consistency and performance tailored to the application's needs.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7C696-FC55-4A1C-50A4-50336AC26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F8C1-533C-4993-B1F6-B7AE3F85A6D7}" type="slidenum">
              <a:rPr lang="en-US" b="1" spc="50" smtClean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10</a:t>
            </a:fld>
            <a:endParaRPr lang="en-US" b="1" spc="50" dirty="0">
              <a:ln w="0"/>
              <a:solidFill>
                <a:schemeClr val="tx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70CA98-C084-27B1-83AF-F542CC0CDEA1}"/>
              </a:ext>
            </a:extLst>
          </p:cNvPr>
          <p:cNvCxnSpPr>
            <a:cxnSpLocks/>
          </p:cNvCxnSpPr>
          <p:nvPr/>
        </p:nvCxnSpPr>
        <p:spPr>
          <a:xfrm>
            <a:off x="55416" y="1200727"/>
            <a:ext cx="120257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ED51761-0B75-697C-9E4C-41C2AC74C206}"/>
              </a:ext>
            </a:extLst>
          </p:cNvPr>
          <p:cNvSpPr txBox="1"/>
          <p:nvPr/>
        </p:nvSpPr>
        <p:spPr>
          <a:xfrm>
            <a:off x="3048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790"/>
              </a:spcBef>
              <a:buNone/>
            </a:pPr>
            <a:r>
              <a:rPr lang="en-US" sz="1800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Dhaka University of Science &amp; Technology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56D345-1D92-0141-FF42-F24C8C378B91}"/>
              </a:ext>
            </a:extLst>
          </p:cNvPr>
          <p:cNvSpPr txBox="1"/>
          <p:nvPr/>
        </p:nvSpPr>
        <p:spPr>
          <a:xfrm>
            <a:off x="1415239" y="4055322"/>
            <a:ext cx="78664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highlight>
                  <a:srgbClr val="C0C0C0"/>
                </a:highlight>
              </a:rPr>
              <a:t>Fieger 4: Evaluation of Strong, Eventual, and DDBI Hybrid Consistency Models Based on Scalability, Responsiveness, and Configuration Ease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19A400-8B7C-B817-625E-ECB5A117B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334" y="1479540"/>
            <a:ext cx="6394278" cy="257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896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CF3E0-5790-28E5-9FEB-59AE0E1B3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5FBD2-DCC7-D5FE-59FB-E72AA1B1F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800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Conclusion and 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7F245-3FA4-1EFE-1AC5-E9249E7C9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628045"/>
            <a:ext cx="8946541" cy="4195481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/>
              <a:t>DDBI's Legacy:</a:t>
            </a:r>
            <a:r>
              <a:rPr lang="en-US" altLang="en-US" sz="1800" dirty="0"/>
              <a:t> Provides a robust, responsive, and flexible framework for data integrity that outperforms traditional methods on key metrics.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/>
              <a:t>The Trade-Off:</a:t>
            </a:r>
            <a:r>
              <a:rPr lang="en-US" altLang="en-US" sz="1800" dirty="0"/>
              <a:t> This power comes with increased complexity in designing, managing, and debugging the rules and triggers.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/>
              <a:t>Future Research:</a:t>
            </a:r>
            <a:endParaRPr lang="en-US" altLang="en-US" sz="1800" dirty="0"/>
          </a:p>
          <a:p>
            <a:pPr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/>
              <a:t>Integrating machine learning to optimize the rules automatically.</a:t>
            </a:r>
          </a:p>
          <a:p>
            <a:pPr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/>
              <a:t>Applying these principles to blockchain and distributed ledgers.</a:t>
            </a:r>
          </a:p>
          <a:p>
            <a:pPr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/>
              <a:t>Scaling rule-based systems for massive IoT and cloud environments.</a:t>
            </a:r>
          </a:p>
          <a:p>
            <a:endParaRPr lang="en-US" sz="1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3A6E1-B68D-3B15-7665-B207920E4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F8C1-533C-4993-B1F6-B7AE3F85A6D7}" type="slidenum">
              <a:rPr lang="en-US" b="1" spc="50" smtClean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11</a:t>
            </a:fld>
            <a:endParaRPr lang="en-US" b="1" spc="50" dirty="0">
              <a:ln w="0"/>
              <a:solidFill>
                <a:schemeClr val="tx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5CE83F-6AD6-C78E-1FDF-D31D6E5DF22F}"/>
              </a:ext>
            </a:extLst>
          </p:cNvPr>
          <p:cNvCxnSpPr>
            <a:cxnSpLocks/>
          </p:cNvCxnSpPr>
          <p:nvPr/>
        </p:nvCxnSpPr>
        <p:spPr>
          <a:xfrm>
            <a:off x="55416" y="1200727"/>
            <a:ext cx="120257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ABFEFED-AD65-DD43-3AC8-906215E5E65A}"/>
              </a:ext>
            </a:extLst>
          </p:cNvPr>
          <p:cNvSpPr txBox="1"/>
          <p:nvPr/>
        </p:nvSpPr>
        <p:spPr>
          <a:xfrm>
            <a:off x="3048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790"/>
              </a:spcBef>
              <a:buNone/>
            </a:pPr>
            <a:r>
              <a:rPr lang="en-US" sz="1800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Dhaka University of Science &amp; Technology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82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A7398-BCC3-365E-5D6F-9438179FA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6BA57-7F9B-D6D3-43A4-774CFC54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800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Q&amp;A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6F99F-CFE4-A4F7-2141-C85A67CB0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F8C1-533C-4993-B1F6-B7AE3F85A6D7}" type="slidenum">
              <a:rPr lang="en-US" b="1" spc="50" smtClean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12</a:t>
            </a:fld>
            <a:endParaRPr lang="en-US" b="1" spc="50" dirty="0">
              <a:ln w="0"/>
              <a:solidFill>
                <a:schemeClr val="tx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FBB414-A105-B525-F9A8-D1C5694E4EE2}"/>
              </a:ext>
            </a:extLst>
          </p:cNvPr>
          <p:cNvCxnSpPr>
            <a:cxnSpLocks/>
          </p:cNvCxnSpPr>
          <p:nvPr/>
        </p:nvCxnSpPr>
        <p:spPr>
          <a:xfrm>
            <a:off x="55416" y="1200727"/>
            <a:ext cx="120257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FACE7CC-6020-D787-6453-A68FA73463BA}"/>
              </a:ext>
            </a:extLst>
          </p:cNvPr>
          <p:cNvSpPr txBox="1"/>
          <p:nvPr/>
        </p:nvSpPr>
        <p:spPr>
          <a:xfrm>
            <a:off x="3048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790"/>
              </a:spcBef>
              <a:buNone/>
            </a:pPr>
            <a:r>
              <a:rPr lang="en-US" sz="1800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Dhaka University of Science &amp; Technology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366615-EADA-D63F-5D29-DEC51876F6C5}"/>
              </a:ext>
            </a:extLst>
          </p:cNvPr>
          <p:cNvSpPr txBox="1"/>
          <p:nvPr/>
        </p:nvSpPr>
        <p:spPr>
          <a:xfrm>
            <a:off x="3048000" y="3280428"/>
            <a:ext cx="60967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224207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</TotalTime>
  <Words>1023</Words>
  <Application>Microsoft Office PowerPoint</Application>
  <PresentationFormat>Widescreen</PresentationFormat>
  <Paragraphs>130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Century Gothic (Headings)</vt:lpstr>
      <vt:lpstr>Open Sans</vt:lpstr>
      <vt:lpstr>Times New Roman</vt:lpstr>
      <vt:lpstr>Wingdings</vt:lpstr>
      <vt:lpstr>Office Theme</vt:lpstr>
      <vt:lpstr>Data Integrity and Consistency in Distributed Database Systems</vt:lpstr>
      <vt:lpstr>Outline</vt:lpstr>
      <vt:lpstr>Introduction - The Distributed Dilemma</vt:lpstr>
      <vt:lpstr>Foundational Concepts</vt:lpstr>
      <vt:lpstr>The DDBI Project: A New Approach</vt:lpstr>
      <vt:lpstr>Comparing Approaches to Integrity</vt:lpstr>
      <vt:lpstr>Real-World Applications</vt:lpstr>
      <vt:lpstr>Performance Metrics: DDBI vs. Traditional Systems</vt:lpstr>
      <vt:lpstr>Performance Metrics: DDBI vs. Traditional Systems (Cont.)</vt:lpstr>
      <vt:lpstr>Performance Deep Dive: 2PC vs. Rule-Based Enforcement</vt:lpstr>
      <vt:lpstr>Adaptability of Consistency Models</vt:lpstr>
      <vt:lpstr>Conclusion and Future Directions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HasiBul Islam ShanTo</dc:creator>
  <cp:lastModifiedBy>HasiBul Islam ShanTo</cp:lastModifiedBy>
  <cp:revision>1</cp:revision>
  <dcterms:created xsi:type="dcterms:W3CDTF">2025-09-26T00:57:16Z</dcterms:created>
  <dcterms:modified xsi:type="dcterms:W3CDTF">2025-09-27T09:54:03Z</dcterms:modified>
</cp:coreProperties>
</file>